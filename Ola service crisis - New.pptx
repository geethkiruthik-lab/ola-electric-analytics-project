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57" r:id="rId3"/>
    <p:sldId id="258" r:id="rId4"/>
    <p:sldId id="270" r:id="rId5"/>
    <p:sldId id="259" r:id="rId6"/>
    <p:sldId id="277" r:id="rId7"/>
    <p:sldId id="274" r:id="rId8"/>
    <p:sldId id="275" r:id="rId9"/>
    <p:sldId id="278" r:id="rId10"/>
    <p:sldId id="279" r:id="rId11"/>
    <p:sldId id="280" r:id="rId12"/>
    <p:sldId id="273" r:id="rId13"/>
    <p:sldId id="262" r:id="rId14"/>
    <p:sldId id="264" r:id="rId15"/>
    <p:sldId id="281" r:id="rId16"/>
    <p:sldId id="265" r:id="rId17"/>
    <p:sldId id="282" r:id="rId18"/>
    <p:sldId id="267" r:id="rId19"/>
    <p:sldId id="269" r:id="rId20"/>
    <p:sldId id="283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018D9-07DA-49C9-BCB2-8A7B41B8FE61}" v="642" dt="2026-10-04T19:19:38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 p" userId="528fb522325d19a3" providerId="LiveId" clId="{8C150BB2-9218-488B-B012-E3F261622E26}"/>
    <pc:docChg chg="undo custSel addSld delSld modSld sldOrd">
      <pc:chgData name="Geetha p" userId="528fb522325d19a3" providerId="LiveId" clId="{8C150BB2-9218-488B-B012-E3F261622E26}" dt="2026-10-04T19:19:38.048" v="2639"/>
      <pc:docMkLst>
        <pc:docMk/>
      </pc:docMkLst>
      <pc:sldChg chg="addSp modSp mod modAnim">
        <pc:chgData name="Geetha p" userId="528fb522325d19a3" providerId="LiveId" clId="{8C150BB2-9218-488B-B012-E3F261622E26}" dt="2026-10-04T19:09:24.449" v="2602"/>
        <pc:sldMkLst>
          <pc:docMk/>
          <pc:sldMk cId="2295610902" sldId="257"/>
        </pc:sldMkLst>
        <pc:spChg chg="mod">
          <ac:chgData name="Geetha p" userId="528fb522325d19a3" providerId="LiveId" clId="{8C150BB2-9218-488B-B012-E3F261622E26}" dt="2026-10-04T17:18:39.459" v="2017" actId="20577"/>
          <ac:spMkLst>
            <pc:docMk/>
            <pc:sldMk cId="2295610902" sldId="257"/>
            <ac:spMk id="3" creationId="{59D4BA26-F713-631D-33DB-9DEC71ADD95C}"/>
          </ac:spMkLst>
        </pc:spChg>
        <pc:spChg chg="add mod">
          <ac:chgData name="Geetha p" userId="528fb522325d19a3" providerId="LiveId" clId="{8C150BB2-9218-488B-B012-E3F261622E26}" dt="2026-10-04T17:16:34.767" v="2011" actId="1076"/>
          <ac:spMkLst>
            <pc:docMk/>
            <pc:sldMk cId="2295610902" sldId="257"/>
            <ac:spMk id="4" creationId="{F57A829C-853A-A68D-BF9A-DC4F251DC210}"/>
          </ac:spMkLst>
        </pc:spChg>
        <pc:spChg chg="mod">
          <ac:chgData name="Geetha p" userId="528fb522325d19a3" providerId="LiveId" clId="{8C150BB2-9218-488B-B012-E3F261622E26}" dt="2026-09-19T17:55:56.201" v="801" actId="207"/>
          <ac:spMkLst>
            <pc:docMk/>
            <pc:sldMk cId="2295610902" sldId="257"/>
            <ac:spMk id="5" creationId="{5E2BA747-9258-DF56-040F-AA69EB83D5B6}"/>
          </ac:spMkLst>
        </pc:spChg>
        <pc:spChg chg="mod">
          <ac:chgData name="Geetha p" userId="528fb522325d19a3" providerId="LiveId" clId="{8C150BB2-9218-488B-B012-E3F261622E26}" dt="2026-09-19T07:56:11.839" v="163" actId="207"/>
          <ac:spMkLst>
            <pc:docMk/>
            <pc:sldMk cId="2295610902" sldId="257"/>
            <ac:spMk id="12" creationId="{754F95D7-ADCE-F2E8-FD70-022A0A51A572}"/>
          </ac:spMkLst>
        </pc:spChg>
      </pc:sldChg>
      <pc:sldChg chg="addSp delSp modSp mod modAnim">
        <pc:chgData name="Geetha p" userId="528fb522325d19a3" providerId="LiveId" clId="{8C150BB2-9218-488B-B012-E3F261622E26}" dt="2026-10-04T19:10:42.238" v="2605"/>
        <pc:sldMkLst>
          <pc:docMk/>
          <pc:sldMk cId="3339048115" sldId="258"/>
        </pc:sldMkLst>
        <pc:spChg chg="del mod">
          <ac:chgData name="Geetha p" userId="528fb522325d19a3" providerId="LiveId" clId="{8C150BB2-9218-488B-B012-E3F261622E26}" dt="2026-10-04T17:20:50.971" v="2019"/>
          <ac:spMkLst>
            <pc:docMk/>
            <pc:sldMk cId="3339048115" sldId="258"/>
            <ac:spMk id="3" creationId="{A49C66E7-B896-3D1D-666F-E853A4A8AE16}"/>
          </ac:spMkLst>
        </pc:spChg>
        <pc:spChg chg="mod">
          <ac:chgData name="Geetha p" userId="528fb522325d19a3" providerId="LiveId" clId="{8C150BB2-9218-488B-B012-E3F261622E26}" dt="2026-09-19T17:55:45.808" v="799" actId="207"/>
          <ac:spMkLst>
            <pc:docMk/>
            <pc:sldMk cId="3339048115" sldId="258"/>
            <ac:spMk id="5" creationId="{B87407FD-143C-FC4D-2252-7F4144567D2E}"/>
          </ac:spMkLst>
        </pc:spChg>
        <pc:spChg chg="add del mod">
          <ac:chgData name="Geetha p" userId="528fb522325d19a3" providerId="LiveId" clId="{8C150BB2-9218-488B-B012-E3F261622E26}" dt="2026-10-04T17:25:20.269" v="2065" actId="21"/>
          <ac:spMkLst>
            <pc:docMk/>
            <pc:sldMk cId="3339048115" sldId="258"/>
            <ac:spMk id="6" creationId="{D84121D8-09F0-3E63-1F65-DC6A5AF311D2}"/>
          </ac:spMkLst>
        </pc:spChg>
        <pc:spChg chg="add mod">
          <ac:chgData name="Geetha p" userId="528fb522325d19a3" providerId="LiveId" clId="{8C150BB2-9218-488B-B012-E3F261622E26}" dt="2026-10-04T17:26:21.423" v="2070" actId="113"/>
          <ac:spMkLst>
            <pc:docMk/>
            <pc:sldMk cId="3339048115" sldId="258"/>
            <ac:spMk id="8" creationId="{9F39F420-97CD-A88F-00AC-FEC3249E2E49}"/>
          </ac:spMkLst>
        </pc:spChg>
        <pc:graphicFrameChg chg="add mod modGraphic">
          <ac:chgData name="Geetha p" userId="528fb522325d19a3" providerId="LiveId" clId="{8C150BB2-9218-488B-B012-E3F261622E26}" dt="2026-10-04T17:24:26.453" v="2064" actId="113"/>
          <ac:graphicFrameMkLst>
            <pc:docMk/>
            <pc:sldMk cId="3339048115" sldId="258"/>
            <ac:graphicFrameMk id="2" creationId="{FEBE8A9A-E7F2-F422-5ADC-A7F7F59E5AEB}"/>
          </ac:graphicFrameMkLst>
        </pc:graphicFrameChg>
      </pc:sldChg>
      <pc:sldChg chg="modSp mod modAnim">
        <pc:chgData name="Geetha p" userId="528fb522325d19a3" providerId="LiveId" clId="{8C150BB2-9218-488B-B012-E3F261622E26}" dt="2026-10-04T17:37:39.535" v="2088" actId="207"/>
        <pc:sldMkLst>
          <pc:docMk/>
          <pc:sldMk cId="3304974116" sldId="259"/>
        </pc:sldMkLst>
        <pc:spChg chg="mod">
          <ac:chgData name="Geetha p" userId="528fb522325d19a3" providerId="LiveId" clId="{8C150BB2-9218-488B-B012-E3F261622E26}" dt="2026-09-19T17:55:22.884" v="796" actId="255"/>
          <ac:spMkLst>
            <pc:docMk/>
            <pc:sldMk cId="3304974116" sldId="259"/>
            <ac:spMk id="5" creationId="{840CD3A5-0CEB-9A1E-FE42-9D2BFC3FE724}"/>
          </ac:spMkLst>
        </pc:spChg>
        <pc:spChg chg="mod">
          <ac:chgData name="Geetha p" userId="528fb522325d19a3" providerId="LiveId" clId="{8C150BB2-9218-488B-B012-E3F261622E26}" dt="2026-10-04T17:37:39.535" v="2088" actId="207"/>
          <ac:spMkLst>
            <pc:docMk/>
            <pc:sldMk cId="3304974116" sldId="259"/>
            <ac:spMk id="11" creationId="{D8B6392A-F4AE-390E-3EB0-43835D16092B}"/>
          </ac:spMkLst>
        </pc:spChg>
      </pc:sldChg>
      <pc:sldChg chg="addSp delSp modSp new mod delAnim modAnim">
        <pc:chgData name="Geetha p" userId="528fb522325d19a3" providerId="LiveId" clId="{8C150BB2-9218-488B-B012-E3F261622E26}" dt="2026-10-04T18:34:44.884" v="2211" actId="1076"/>
        <pc:sldMkLst>
          <pc:docMk/>
          <pc:sldMk cId="1002028843" sldId="262"/>
        </pc:sldMkLst>
        <pc:spChg chg="mod">
          <ac:chgData name="Geetha p" userId="528fb522325d19a3" providerId="LiveId" clId="{8C150BB2-9218-488B-B012-E3F261622E26}" dt="2026-09-26T09:57:00.466" v="1655" actId="20577"/>
          <ac:spMkLst>
            <pc:docMk/>
            <pc:sldMk cId="1002028843" sldId="262"/>
            <ac:spMk id="2" creationId="{93EDE164-AE01-D148-44FD-33C20A5BEFFC}"/>
          </ac:spMkLst>
        </pc:spChg>
        <pc:spChg chg="add mod">
          <ac:chgData name="Geetha p" userId="528fb522325d19a3" providerId="LiveId" clId="{8C150BB2-9218-488B-B012-E3F261622E26}" dt="2026-10-04T18:34:44.884" v="2211" actId="1076"/>
          <ac:spMkLst>
            <pc:docMk/>
            <pc:sldMk cId="1002028843" sldId="262"/>
            <ac:spMk id="19" creationId="{8A47E1F8-783B-D05B-6A23-E46E0F746843}"/>
          </ac:spMkLst>
        </pc:spChg>
        <pc:spChg chg="add mod">
          <ac:chgData name="Geetha p" userId="528fb522325d19a3" providerId="LiveId" clId="{8C150BB2-9218-488B-B012-E3F261622E26}" dt="2026-10-04T18:34:17.941" v="2205" actId="1076"/>
          <ac:spMkLst>
            <pc:docMk/>
            <pc:sldMk cId="1002028843" sldId="262"/>
            <ac:spMk id="21" creationId="{D2989A13-2D2B-39B4-56F1-756819DBC4DC}"/>
          </ac:spMkLst>
        </pc:spChg>
        <pc:spChg chg="add mod">
          <ac:chgData name="Geetha p" userId="528fb522325d19a3" providerId="LiveId" clId="{8C150BB2-9218-488B-B012-E3F261622E26}" dt="2026-10-04T18:34:20.765" v="2206" actId="1076"/>
          <ac:spMkLst>
            <pc:docMk/>
            <pc:sldMk cId="1002028843" sldId="262"/>
            <ac:spMk id="23" creationId="{EC1A836C-15F8-DABB-A277-5AC9D4B1E5A0}"/>
          </ac:spMkLst>
        </pc:spChg>
        <pc:spChg chg="add mod">
          <ac:chgData name="Geetha p" userId="528fb522325d19a3" providerId="LiveId" clId="{8C150BB2-9218-488B-B012-E3F261622E26}" dt="2026-10-04T18:34:23.330" v="2207" actId="1076"/>
          <ac:spMkLst>
            <pc:docMk/>
            <pc:sldMk cId="1002028843" sldId="262"/>
            <ac:spMk id="25" creationId="{33E72F3B-D8EC-C740-EE8F-47A509967ADA}"/>
          </ac:spMkLst>
        </pc:spChg>
        <pc:spChg chg="add mod">
          <ac:chgData name="Geetha p" userId="528fb522325d19a3" providerId="LiveId" clId="{8C150BB2-9218-488B-B012-E3F261622E26}" dt="2026-10-04T18:34:26.547" v="2208" actId="1076"/>
          <ac:spMkLst>
            <pc:docMk/>
            <pc:sldMk cId="1002028843" sldId="262"/>
            <ac:spMk id="27" creationId="{3F08434E-5947-12D7-C62B-C915324B63C4}"/>
          </ac:spMkLst>
        </pc:spChg>
        <pc:spChg chg="add mod">
          <ac:chgData name="Geetha p" userId="528fb522325d19a3" providerId="LiveId" clId="{8C150BB2-9218-488B-B012-E3F261622E26}" dt="2026-10-04T18:34:30.227" v="2209" actId="1076"/>
          <ac:spMkLst>
            <pc:docMk/>
            <pc:sldMk cId="1002028843" sldId="262"/>
            <ac:spMk id="29" creationId="{3752F696-22ED-947C-E5C5-ADFDD8BFE009}"/>
          </ac:spMkLst>
        </pc:spChg>
        <pc:spChg chg="add del mod">
          <ac:chgData name="Geetha p" userId="528fb522325d19a3" providerId="LiveId" clId="{8C150BB2-9218-488B-B012-E3F261622E26}" dt="2026-10-04T18:34:00.078" v="2204" actId="21"/>
          <ac:spMkLst>
            <pc:docMk/>
            <pc:sldMk cId="1002028843" sldId="262"/>
            <ac:spMk id="31" creationId="{CF4548D6-7BE4-2046-AA9E-BD1F0B3611ED}"/>
          </ac:spMkLst>
        </pc:spChg>
      </pc:sldChg>
      <pc:sldChg chg="addSp delSp modSp new mod modAnim">
        <pc:chgData name="Geetha p" userId="528fb522325d19a3" providerId="LiveId" clId="{8C150BB2-9218-488B-B012-E3F261622E26}" dt="2026-10-04T19:16:43.895" v="2626"/>
        <pc:sldMkLst>
          <pc:docMk/>
          <pc:sldMk cId="4262016771" sldId="264"/>
        </pc:sldMkLst>
        <pc:spChg chg="add del mod">
          <ac:chgData name="Geetha p" userId="528fb522325d19a3" providerId="LiveId" clId="{8C150BB2-9218-488B-B012-E3F261622E26}" dt="2026-10-04T18:37:07.942" v="2214" actId="21"/>
          <ac:spMkLst>
            <pc:docMk/>
            <pc:sldMk cId="4262016771" sldId="264"/>
            <ac:spMk id="3" creationId="{75BEFE9E-9096-C1DE-2936-9673D74766E4}"/>
          </ac:spMkLst>
        </pc:spChg>
        <pc:spChg chg="add mod">
          <ac:chgData name="Geetha p" userId="528fb522325d19a3" providerId="LiveId" clId="{8C150BB2-9218-488B-B012-E3F261622E26}" dt="2026-10-04T18:37:48.420" v="2219" actId="1076"/>
          <ac:spMkLst>
            <pc:docMk/>
            <pc:sldMk cId="4262016771" sldId="264"/>
            <ac:spMk id="5" creationId="{F67B62CD-52C2-E841-2AF1-702B07F2137E}"/>
          </ac:spMkLst>
        </pc:spChg>
        <pc:spChg chg="add mod">
          <ac:chgData name="Geetha p" userId="528fb522325d19a3" providerId="LiveId" clId="{8C150BB2-9218-488B-B012-E3F261622E26}" dt="2026-09-26T10:01:22.498" v="1674" actId="20577"/>
          <ac:spMkLst>
            <pc:docMk/>
            <pc:sldMk cId="4262016771" sldId="264"/>
            <ac:spMk id="7" creationId="{4990D934-6A92-34D1-43B6-18F6EE4BD9A3}"/>
          </ac:spMkLst>
        </pc:spChg>
        <pc:spChg chg="add mod">
          <ac:chgData name="Geetha p" userId="528fb522325d19a3" providerId="LiveId" clId="{8C150BB2-9218-488B-B012-E3F261622E26}" dt="2026-09-19T17:57:14.639" v="816" actId="1076"/>
          <ac:spMkLst>
            <pc:docMk/>
            <pc:sldMk cId="4262016771" sldId="264"/>
            <ac:spMk id="12" creationId="{1423BB7B-DF3D-9A1C-A35E-29C93FB7D479}"/>
          </ac:spMkLst>
        </pc:spChg>
        <pc:spChg chg="add mod">
          <ac:chgData name="Geetha p" userId="528fb522325d19a3" providerId="LiveId" clId="{8C150BB2-9218-488B-B012-E3F261622E26}" dt="2026-09-19T17:57:10.889" v="815" actId="1076"/>
          <ac:spMkLst>
            <pc:docMk/>
            <pc:sldMk cId="4262016771" sldId="264"/>
            <ac:spMk id="14" creationId="{5DC35527-86AF-CB05-D4E8-55BF1CC4360D}"/>
          </ac:spMkLst>
        </pc:spChg>
        <pc:spChg chg="add mod">
          <ac:chgData name="Geetha p" userId="528fb522325d19a3" providerId="LiveId" clId="{8C150BB2-9218-488B-B012-E3F261622E26}" dt="2026-09-19T17:57:06.646" v="814" actId="1076"/>
          <ac:spMkLst>
            <pc:docMk/>
            <pc:sldMk cId="4262016771" sldId="264"/>
            <ac:spMk id="16" creationId="{84F49881-F189-D01C-460C-2CF2314FD42D}"/>
          </ac:spMkLst>
        </pc:spChg>
        <pc:picChg chg="add mod">
          <ac:chgData name="Geetha p" userId="528fb522325d19a3" providerId="LiveId" clId="{8C150BB2-9218-488B-B012-E3F261622E26}" dt="2026-09-19T09:00:13.578" v="636" actId="14100"/>
          <ac:picMkLst>
            <pc:docMk/>
            <pc:sldMk cId="4262016771" sldId="264"/>
            <ac:picMk id="9" creationId="{9D014B9A-2C29-09C0-B266-B7E002DEB6ED}"/>
          </ac:picMkLst>
        </pc:picChg>
      </pc:sldChg>
      <pc:sldChg chg="addSp delSp modSp new mod modAnim">
        <pc:chgData name="Geetha p" userId="528fb522325d19a3" providerId="LiveId" clId="{8C150BB2-9218-488B-B012-E3F261622E26}" dt="2026-10-04T18:42:53.596" v="2258" actId="113"/>
        <pc:sldMkLst>
          <pc:docMk/>
          <pc:sldMk cId="1161567994" sldId="265"/>
        </pc:sldMkLst>
        <pc:spChg chg="mod">
          <ac:chgData name="Geetha p" userId="528fb522325d19a3" providerId="LiveId" clId="{8C150BB2-9218-488B-B012-E3F261622E26}" dt="2026-10-04T18:42:53.596" v="2258" actId="113"/>
          <ac:spMkLst>
            <pc:docMk/>
            <pc:sldMk cId="1161567994" sldId="265"/>
            <ac:spMk id="3" creationId="{53D382A5-A651-A8CF-5279-B8F639FEEB05}"/>
          </ac:spMkLst>
        </pc:spChg>
        <pc:spChg chg="add mod">
          <ac:chgData name="Geetha p" userId="528fb522325d19a3" providerId="LiveId" clId="{8C150BB2-9218-488B-B012-E3F261622E26}" dt="2026-10-04T18:41:33.616" v="2253" actId="20577"/>
          <ac:spMkLst>
            <pc:docMk/>
            <pc:sldMk cId="1161567994" sldId="265"/>
            <ac:spMk id="5" creationId="{6E222012-988F-FAF9-768F-814A51392617}"/>
          </ac:spMkLst>
        </pc:spChg>
        <pc:spChg chg="add mod">
          <ac:chgData name="Geetha p" userId="528fb522325d19a3" providerId="LiveId" clId="{8C150BB2-9218-488B-B012-E3F261622E26}" dt="2026-09-19T09:06:38.139" v="667" actId="14100"/>
          <ac:spMkLst>
            <pc:docMk/>
            <pc:sldMk cId="1161567994" sldId="265"/>
            <ac:spMk id="6" creationId="{B776DF36-85D9-498E-F7F8-4C0E57D1CCB8}"/>
          </ac:spMkLst>
        </pc:spChg>
        <pc:spChg chg="add mod">
          <ac:chgData name="Geetha p" userId="528fb522325d19a3" providerId="LiveId" clId="{8C150BB2-9218-488B-B012-E3F261622E26}" dt="2026-09-19T09:05:31.211" v="659" actId="14100"/>
          <ac:spMkLst>
            <pc:docMk/>
            <pc:sldMk cId="1161567994" sldId="265"/>
            <ac:spMk id="8" creationId="{CE1161D0-3C4C-D6F4-4265-91E9B485A608}"/>
          </ac:spMkLst>
        </pc:spChg>
        <pc:spChg chg="add mod">
          <ac:chgData name="Geetha p" userId="528fb522325d19a3" providerId="LiveId" clId="{8C150BB2-9218-488B-B012-E3F261622E26}" dt="2026-09-19T09:05:33.861" v="660" actId="14100"/>
          <ac:spMkLst>
            <pc:docMk/>
            <pc:sldMk cId="1161567994" sldId="265"/>
            <ac:spMk id="10" creationId="{B3B30D94-5884-4F6B-C746-8FAF91902488}"/>
          </ac:spMkLst>
        </pc:spChg>
        <pc:spChg chg="add mod">
          <ac:chgData name="Geetha p" userId="528fb522325d19a3" providerId="LiveId" clId="{8C150BB2-9218-488B-B012-E3F261622E26}" dt="2026-09-19T09:06:31.700" v="666" actId="113"/>
          <ac:spMkLst>
            <pc:docMk/>
            <pc:sldMk cId="1161567994" sldId="265"/>
            <ac:spMk id="12" creationId="{DC3909D4-E94B-EBC9-DFD2-DDE65577128B}"/>
          </ac:spMkLst>
        </pc:spChg>
        <pc:spChg chg="add mod">
          <ac:chgData name="Geetha p" userId="528fb522325d19a3" providerId="LiveId" clId="{8C150BB2-9218-488B-B012-E3F261622E26}" dt="2026-09-19T09:07:05.457" v="669" actId="1076"/>
          <ac:spMkLst>
            <pc:docMk/>
            <pc:sldMk cId="1161567994" sldId="265"/>
            <ac:spMk id="14" creationId="{242FF7F6-4A3B-8A12-F2F6-E42B3F1259F9}"/>
          </ac:spMkLst>
        </pc:spChg>
        <pc:spChg chg="add mod">
          <ac:chgData name="Geetha p" userId="528fb522325d19a3" providerId="LiveId" clId="{8C150BB2-9218-488B-B012-E3F261622E26}" dt="2026-09-19T09:07:51.674" v="674" actId="207"/>
          <ac:spMkLst>
            <pc:docMk/>
            <pc:sldMk cId="1161567994" sldId="265"/>
            <ac:spMk id="16" creationId="{570BCB4B-592D-C0E4-11FB-E5FC4AEE52A9}"/>
          </ac:spMkLst>
        </pc:spChg>
      </pc:sldChg>
      <pc:sldChg chg="addSp delSp modSp new del mod modAnim">
        <pc:chgData name="Geetha p" userId="528fb522325d19a3" providerId="LiveId" clId="{8C150BB2-9218-488B-B012-E3F261622E26}" dt="2026-10-04T18:50:45.716" v="2547" actId="2696"/>
        <pc:sldMkLst>
          <pc:docMk/>
          <pc:sldMk cId="485290723" sldId="266"/>
        </pc:sldMkLst>
        <pc:spChg chg="mod">
          <ac:chgData name="Geetha p" userId="528fb522325d19a3" providerId="LiveId" clId="{8C150BB2-9218-488B-B012-E3F261622E26}" dt="2026-10-04T18:50:33.591" v="2546" actId="20577"/>
          <ac:spMkLst>
            <pc:docMk/>
            <pc:sldMk cId="485290723" sldId="266"/>
            <ac:spMk id="3" creationId="{0F5DAA32-11F7-DC31-3AAA-351A028D199E}"/>
          </ac:spMkLst>
        </pc:spChg>
        <pc:spChg chg="add mod">
          <ac:chgData name="Geetha p" userId="528fb522325d19a3" providerId="LiveId" clId="{8C150BB2-9218-488B-B012-E3F261622E26}" dt="2026-10-04T18:50:15.100" v="2294" actId="20577"/>
          <ac:spMkLst>
            <pc:docMk/>
            <pc:sldMk cId="485290723" sldId="266"/>
            <ac:spMk id="5" creationId="{BA973F39-CB17-D979-60D7-AFF21B084DBA}"/>
          </ac:spMkLst>
        </pc:spChg>
      </pc:sldChg>
      <pc:sldChg chg="addSp delSp modSp new mod delAnim modAnim">
        <pc:chgData name="Geetha p" userId="528fb522325d19a3" providerId="LiveId" clId="{8C150BB2-9218-488B-B012-E3F261622E26}" dt="2026-10-04T19:18:51.300" v="2635"/>
        <pc:sldMkLst>
          <pc:docMk/>
          <pc:sldMk cId="3024812712" sldId="267"/>
        </pc:sldMkLst>
        <pc:spChg chg="del mod">
          <ac:chgData name="Geetha p" userId="528fb522325d19a3" providerId="LiveId" clId="{8C150BB2-9218-488B-B012-E3F261622E26}" dt="2026-10-04T18:52:24.951" v="2550" actId="21"/>
          <ac:spMkLst>
            <pc:docMk/>
            <pc:sldMk cId="3024812712" sldId="267"/>
            <ac:spMk id="3" creationId="{66C00E5E-7F34-ACA2-59C2-3FF86018A04E}"/>
          </ac:spMkLst>
        </pc:spChg>
        <pc:spChg chg="add mod">
          <ac:chgData name="Geetha p" userId="528fb522325d19a3" providerId="LiveId" clId="{8C150BB2-9218-488B-B012-E3F261622E26}" dt="2026-10-04T18:52:35.557" v="2551"/>
          <ac:spMkLst>
            <pc:docMk/>
            <pc:sldMk cId="3024812712" sldId="267"/>
            <ac:spMk id="4" creationId="{B3DB7B72-9D10-D7BC-0526-24506B19D044}"/>
          </ac:spMkLst>
        </pc:spChg>
        <pc:spChg chg="add mod">
          <ac:chgData name="Geetha p" userId="528fb522325d19a3" providerId="LiveId" clId="{8C150BB2-9218-488B-B012-E3F261622E26}" dt="2026-10-04T18:50:57.677" v="2549" actId="20577"/>
          <ac:spMkLst>
            <pc:docMk/>
            <pc:sldMk cId="3024812712" sldId="267"/>
            <ac:spMk id="5" creationId="{32583B15-8C7D-A2E4-7C8C-E59ED05E6D06}"/>
          </ac:spMkLst>
        </pc:spChg>
      </pc:sldChg>
      <pc:sldChg chg="addSp delSp modSp new mod modClrScheme modAnim chgLayout">
        <pc:chgData name="Geetha p" userId="528fb522325d19a3" providerId="LiveId" clId="{8C150BB2-9218-488B-B012-E3F261622E26}" dt="2026-10-04T18:56:46.705" v="2571" actId="255"/>
        <pc:sldMkLst>
          <pc:docMk/>
          <pc:sldMk cId="1437825849" sldId="269"/>
        </pc:sldMkLst>
        <pc:spChg chg="add mod">
          <ac:chgData name="Geetha p" userId="528fb522325d19a3" providerId="LiveId" clId="{8C150BB2-9218-488B-B012-E3F261622E26}" dt="2026-10-04T18:56:46.705" v="2571" actId="255"/>
          <ac:spMkLst>
            <pc:docMk/>
            <pc:sldMk cId="1437825849" sldId="269"/>
            <ac:spMk id="5" creationId="{E272C704-DD66-B742-C82D-876ED0A43D90}"/>
          </ac:spMkLst>
        </pc:spChg>
      </pc:sldChg>
      <pc:sldChg chg="modSp new mod modAnim">
        <pc:chgData name="Geetha p" userId="528fb522325d19a3" providerId="LiveId" clId="{8C150BB2-9218-488B-B012-E3F261622E26}" dt="2026-10-04T19:11:44.023" v="2606"/>
        <pc:sldMkLst>
          <pc:docMk/>
          <pc:sldMk cId="4283254769" sldId="270"/>
        </pc:sldMkLst>
        <pc:spChg chg="mod">
          <ac:chgData name="Geetha p" userId="528fb522325d19a3" providerId="LiveId" clId="{8C150BB2-9218-488B-B012-E3F261622E26}" dt="2026-10-04T17:30:35.150" v="2071" actId="20577"/>
          <ac:spMkLst>
            <pc:docMk/>
            <pc:sldMk cId="4283254769" sldId="270"/>
            <ac:spMk id="2" creationId="{C19B8628-AAD6-733E-0407-638C20ABEF79}"/>
          </ac:spMkLst>
        </pc:spChg>
        <pc:spChg chg="mod">
          <ac:chgData name="Geetha p" userId="528fb522325d19a3" providerId="LiveId" clId="{8C150BB2-9218-488B-B012-E3F261622E26}" dt="2026-10-04T17:32:28.101" v="2082" actId="20577"/>
          <ac:spMkLst>
            <pc:docMk/>
            <pc:sldMk cId="4283254769" sldId="270"/>
            <ac:spMk id="3" creationId="{5A479F1E-523D-25DE-1B27-757B2156F695}"/>
          </ac:spMkLst>
        </pc:spChg>
      </pc:sldChg>
      <pc:sldChg chg="addSp modSp new mod modAnim">
        <pc:chgData name="Geetha p" userId="528fb522325d19a3" providerId="LiveId" clId="{8C150BB2-9218-488B-B012-E3F261622E26}" dt="2026-09-19T19:02:53.403" v="1185"/>
        <pc:sldMkLst>
          <pc:docMk/>
          <pc:sldMk cId="1115472012" sldId="271"/>
        </pc:sldMkLst>
        <pc:spChg chg="add mod">
          <ac:chgData name="Geetha p" userId="528fb522325d19a3" providerId="LiveId" clId="{8C150BB2-9218-488B-B012-E3F261622E26}" dt="2026-09-19T18:17:26.315" v="958" actId="20577"/>
          <ac:spMkLst>
            <pc:docMk/>
            <pc:sldMk cId="1115472012" sldId="271"/>
            <ac:spMk id="4" creationId="{C71D59AE-A3E4-2522-CEB7-E4D834FB676C}"/>
          </ac:spMkLst>
        </pc:spChg>
        <pc:picChg chg="add mod">
          <ac:chgData name="Geetha p" userId="528fb522325d19a3" providerId="LiveId" clId="{8C150BB2-9218-488B-B012-E3F261622E26}" dt="2026-09-19T18:17:13.226" v="921" actId="1076"/>
          <ac:picMkLst>
            <pc:docMk/>
            <pc:sldMk cId="1115472012" sldId="271"/>
            <ac:picMk id="3" creationId="{E12A5747-B8F5-0FDD-039F-1E31317E02F0}"/>
          </ac:picMkLst>
        </pc:picChg>
      </pc:sldChg>
      <pc:sldChg chg="addSp delSp modSp new mod ord modAnim">
        <pc:chgData name="Geetha p" userId="528fb522325d19a3" providerId="LiveId" clId="{8C150BB2-9218-488B-B012-E3F261622E26}" dt="2026-10-04T19:08:43.082" v="2601"/>
        <pc:sldMkLst>
          <pc:docMk/>
          <pc:sldMk cId="1799937996" sldId="272"/>
        </pc:sldMkLst>
        <pc:spChg chg="add mod">
          <ac:chgData name="Geetha p" userId="528fb522325d19a3" providerId="LiveId" clId="{8C150BB2-9218-488B-B012-E3F261622E26}" dt="2026-10-04T17:04:26.966" v="1997" actId="113"/>
          <ac:spMkLst>
            <pc:docMk/>
            <pc:sldMk cId="1799937996" sldId="272"/>
            <ac:spMk id="4" creationId="{B3271C9C-4888-3C16-2126-82FBEE8EB831}"/>
          </ac:spMkLst>
        </pc:spChg>
        <pc:spChg chg="add mod">
          <ac:chgData name="Geetha p" userId="528fb522325d19a3" providerId="LiveId" clId="{8C150BB2-9218-488B-B012-E3F261622E26}" dt="2026-09-19T18:40:16.960" v="1072" actId="1076"/>
          <ac:spMkLst>
            <pc:docMk/>
            <pc:sldMk cId="1799937996" sldId="272"/>
            <ac:spMk id="5" creationId="{A448FCA4-8368-4D04-AA49-7D93E4412CC5}"/>
          </ac:spMkLst>
        </pc:spChg>
        <pc:spChg chg="add mod">
          <ac:chgData name="Geetha p" userId="528fb522325d19a3" providerId="LiveId" clId="{8C150BB2-9218-488B-B012-E3F261622E26}" dt="2026-10-04T17:04:16.330" v="1996" actId="1076"/>
          <ac:spMkLst>
            <pc:docMk/>
            <pc:sldMk cId="1799937996" sldId="272"/>
            <ac:spMk id="7" creationId="{0E11AAC5-F6B7-7AAB-287B-C58B27DF915B}"/>
          </ac:spMkLst>
        </pc:spChg>
        <pc:spChg chg="add mod">
          <ac:chgData name="Geetha p" userId="528fb522325d19a3" providerId="LiveId" clId="{8C150BB2-9218-488B-B012-E3F261622E26}" dt="2026-09-19T18:40:27.337" v="1074" actId="1076"/>
          <ac:spMkLst>
            <pc:docMk/>
            <pc:sldMk cId="1799937996" sldId="272"/>
            <ac:spMk id="11" creationId="{AF79B445-77C1-1FBD-4002-9FC6B328E819}"/>
          </ac:spMkLst>
        </pc:spChg>
        <pc:spChg chg="add mod">
          <ac:chgData name="Geetha p" userId="528fb522325d19a3" providerId="LiveId" clId="{8C150BB2-9218-488B-B012-E3F261622E26}" dt="2026-09-19T18:40:32.474" v="1075" actId="1076"/>
          <ac:spMkLst>
            <pc:docMk/>
            <pc:sldMk cId="1799937996" sldId="272"/>
            <ac:spMk id="13" creationId="{7169E333-15D6-87E3-8AEA-A28A89974734}"/>
          </ac:spMkLst>
        </pc:spChg>
        <pc:picChg chg="add mod">
          <ac:chgData name="Geetha p" userId="528fb522325d19a3" providerId="LiveId" clId="{8C150BB2-9218-488B-B012-E3F261622E26}" dt="2026-09-19T18:28:45.841" v="985" actId="14100"/>
          <ac:picMkLst>
            <pc:docMk/>
            <pc:sldMk cId="1799937996" sldId="272"/>
            <ac:picMk id="3" creationId="{A32D3FE5-BCE7-4624-CBA6-6D77AAC46A3A}"/>
          </ac:picMkLst>
        </pc:picChg>
      </pc:sldChg>
      <pc:sldChg chg="addSp delSp modSp new mod modAnim">
        <pc:chgData name="Geetha p" userId="528fb522325d19a3" providerId="LiveId" clId="{8C150BB2-9218-488B-B012-E3F261622E26}" dt="2026-10-04T19:16:11.655" v="2625"/>
        <pc:sldMkLst>
          <pc:docMk/>
          <pc:sldMk cId="3004832491" sldId="273"/>
        </pc:sldMkLst>
        <pc:spChg chg="mod">
          <ac:chgData name="Geetha p" userId="528fb522325d19a3" providerId="LiveId" clId="{8C150BB2-9218-488B-B012-E3F261622E26}" dt="2026-10-04T18:21:52.625" v="2195" actId="20577"/>
          <ac:spMkLst>
            <pc:docMk/>
            <pc:sldMk cId="3004832491" sldId="273"/>
            <ac:spMk id="2" creationId="{E3146642-85C5-17AC-5EB1-FD41ED5315D2}"/>
          </ac:spMkLst>
        </pc:spChg>
        <pc:spChg chg="add mod">
          <ac:chgData name="Geetha p" userId="528fb522325d19a3" providerId="LiveId" clId="{8C150BB2-9218-488B-B012-E3F261622E26}" dt="2026-10-04T18:21:22.758" v="2194" actId="113"/>
          <ac:spMkLst>
            <pc:docMk/>
            <pc:sldMk cId="3004832491" sldId="273"/>
            <ac:spMk id="4" creationId="{2A9550E7-B845-6E1E-C41A-FAB5A4621241}"/>
          </ac:spMkLst>
        </pc:spChg>
        <pc:picChg chg="add mod ord">
          <ac:chgData name="Geetha p" userId="528fb522325d19a3" providerId="LiveId" clId="{8C150BB2-9218-488B-B012-E3F261622E26}" dt="2026-10-04T18:21:03.249" v="2191" actId="14100"/>
          <ac:picMkLst>
            <pc:docMk/>
            <pc:sldMk cId="3004832491" sldId="273"/>
            <ac:picMk id="9" creationId="{0EE416A6-973B-2001-25B1-7D7A4708A6FB}"/>
          </ac:picMkLst>
        </pc:picChg>
      </pc:sldChg>
      <pc:sldChg chg="addSp delSp modSp new mod ord modAnim">
        <pc:chgData name="Geetha p" userId="528fb522325d19a3" providerId="LiveId" clId="{8C150BB2-9218-488B-B012-E3F261622E26}" dt="2026-10-04T19:13:50.433" v="2611"/>
        <pc:sldMkLst>
          <pc:docMk/>
          <pc:sldMk cId="3919927502" sldId="274"/>
        </pc:sldMkLst>
        <pc:spChg chg="del mod">
          <ac:chgData name="Geetha p" userId="528fb522325d19a3" providerId="LiveId" clId="{8C150BB2-9218-488B-B012-E3F261622E26}" dt="2026-10-04T17:42:54.713" v="2095" actId="21"/>
          <ac:spMkLst>
            <pc:docMk/>
            <pc:sldMk cId="3919927502" sldId="274"/>
            <ac:spMk id="2" creationId="{EAE4AEA4-B66C-6695-A6FE-21A3F49723D0}"/>
          </ac:spMkLst>
        </pc:spChg>
        <pc:spChg chg="add del mod">
          <ac:chgData name="Geetha p" userId="528fb522325d19a3" providerId="LiveId" clId="{8C150BB2-9218-488B-B012-E3F261622E26}" dt="2026-10-04T17:43:00.459" v="2096"/>
          <ac:spMkLst>
            <pc:docMk/>
            <pc:sldMk cId="3919927502" sldId="274"/>
            <ac:spMk id="4" creationId="{5116EB8F-EB9C-EC0E-DF28-CD5C91098C00}"/>
          </ac:spMkLst>
        </pc:spChg>
        <pc:spChg chg="add mod">
          <ac:chgData name="Geetha p" userId="528fb522325d19a3" providerId="LiveId" clId="{8C150BB2-9218-488B-B012-E3F261622E26}" dt="2026-10-04T17:43:04.315" v="2097" actId="20577"/>
          <ac:spMkLst>
            <pc:docMk/>
            <pc:sldMk cId="3919927502" sldId="274"/>
            <ac:spMk id="5" creationId="{AAD5FA8E-A7CB-B1E3-12DE-E05E83DC318A}"/>
          </ac:spMkLst>
        </pc:spChg>
        <pc:spChg chg="add del">
          <ac:chgData name="Geetha p" userId="528fb522325d19a3" providerId="LiveId" clId="{8C150BB2-9218-488B-B012-E3F261622E26}" dt="2026-10-04T17:44:34.038" v="2100" actId="21"/>
          <ac:spMkLst>
            <pc:docMk/>
            <pc:sldMk cId="3919927502" sldId="274"/>
            <ac:spMk id="7" creationId="{25910D4D-2113-9926-4AB4-E4D11E00D48B}"/>
          </ac:spMkLst>
        </pc:spChg>
        <pc:spChg chg="add del mod">
          <ac:chgData name="Geetha p" userId="528fb522325d19a3" providerId="LiveId" clId="{8C150BB2-9218-488B-B012-E3F261622E26}" dt="2026-10-04T17:44:15.582" v="2098" actId="21"/>
          <ac:spMkLst>
            <pc:docMk/>
            <pc:sldMk cId="3919927502" sldId="274"/>
            <ac:spMk id="9" creationId="{ECA9143A-BAE5-C3DB-A4B2-BD81EED63DF4}"/>
          </ac:spMkLst>
        </pc:spChg>
        <pc:spChg chg="add mod">
          <ac:chgData name="Geetha p" userId="528fb522325d19a3" providerId="LiveId" clId="{8C150BB2-9218-488B-B012-E3F261622E26}" dt="2026-10-04T17:46:38.162" v="2111" actId="1076"/>
          <ac:spMkLst>
            <pc:docMk/>
            <pc:sldMk cId="3919927502" sldId="274"/>
            <ac:spMk id="10" creationId="{7DB2F208-2713-8515-3461-A384DE416A79}"/>
          </ac:spMkLst>
        </pc:spChg>
        <pc:picChg chg="add mod">
          <ac:chgData name="Geetha p" userId="528fb522325d19a3" providerId="LiveId" clId="{8C150BB2-9218-488B-B012-E3F261622E26}" dt="2026-09-21T18:03:42.145" v="1260" actId="14100"/>
          <ac:picMkLst>
            <pc:docMk/>
            <pc:sldMk cId="3919927502" sldId="274"/>
            <ac:picMk id="11" creationId="{ACDB296C-2CBC-C0D9-4DB6-8A5513E455E3}"/>
          </ac:picMkLst>
        </pc:picChg>
      </pc:sldChg>
      <pc:sldChg chg="addSp delSp modSp new mod ord modAnim">
        <pc:chgData name="Geetha p" userId="528fb522325d19a3" providerId="LiveId" clId="{8C150BB2-9218-488B-B012-E3F261622E26}" dt="2026-10-04T19:14:20.269" v="2614"/>
        <pc:sldMkLst>
          <pc:docMk/>
          <pc:sldMk cId="634434926" sldId="275"/>
        </pc:sldMkLst>
        <pc:spChg chg="mod">
          <ac:chgData name="Geetha p" userId="528fb522325d19a3" providerId="LiveId" clId="{8C150BB2-9218-488B-B012-E3F261622E26}" dt="2026-10-04T17:47:08.428" v="2112" actId="20577"/>
          <ac:spMkLst>
            <pc:docMk/>
            <pc:sldMk cId="634434926" sldId="275"/>
            <ac:spMk id="2" creationId="{EC00FD96-155D-C151-4EB2-A1145B928895}"/>
          </ac:spMkLst>
        </pc:spChg>
        <pc:spChg chg="add mod">
          <ac:chgData name="Geetha p" userId="528fb522325d19a3" providerId="LiveId" clId="{8C150BB2-9218-488B-B012-E3F261622E26}" dt="2026-09-21T18:37:06.763" v="1281" actId="1076"/>
          <ac:spMkLst>
            <pc:docMk/>
            <pc:sldMk cId="634434926" sldId="275"/>
            <ac:spMk id="7" creationId="{9E98CD8D-23D9-949F-371C-E9E62F23F330}"/>
          </ac:spMkLst>
        </pc:spChg>
        <pc:picChg chg="add mod">
          <ac:chgData name="Geetha p" userId="528fb522325d19a3" providerId="LiveId" clId="{8C150BB2-9218-488B-B012-E3F261622E26}" dt="2026-10-04T17:50:04.720" v="2118" actId="14100"/>
          <ac:picMkLst>
            <pc:docMk/>
            <pc:sldMk cId="634434926" sldId="275"/>
            <ac:picMk id="4" creationId="{F260718D-D97B-320E-F73F-9FF75A22131E}"/>
          </ac:picMkLst>
        </pc:picChg>
        <pc:picChg chg="add del mod">
          <ac:chgData name="Geetha p" userId="528fb522325d19a3" providerId="LiveId" clId="{8C150BB2-9218-488B-B012-E3F261622E26}" dt="2026-10-04T17:49:25.697" v="2113" actId="21"/>
          <ac:picMkLst>
            <pc:docMk/>
            <pc:sldMk cId="634434926" sldId="275"/>
            <ac:picMk id="8" creationId="{4F751E16-712F-99A7-DD70-5DFFE9EE8A4C}"/>
          </ac:picMkLst>
        </pc:picChg>
      </pc:sldChg>
      <pc:sldChg chg="addSp delSp modSp new mod modAnim">
        <pc:chgData name="Geetha p" userId="528fb522325d19a3" providerId="LiveId" clId="{8C150BB2-9218-488B-B012-E3F261622E26}" dt="2026-10-04T19:13:22.798" v="2608"/>
        <pc:sldMkLst>
          <pc:docMk/>
          <pc:sldMk cId="245857556" sldId="277"/>
        </pc:sldMkLst>
        <pc:spChg chg="mod">
          <ac:chgData name="Geetha p" userId="528fb522325d19a3" providerId="LiveId" clId="{8C150BB2-9218-488B-B012-E3F261622E26}" dt="2026-10-04T17:40:32.409" v="2094" actId="20577"/>
          <ac:spMkLst>
            <pc:docMk/>
            <pc:sldMk cId="245857556" sldId="277"/>
            <ac:spMk id="2" creationId="{30A03C7E-44B3-F0A0-D4E3-74F809636DF3}"/>
          </ac:spMkLst>
        </pc:spChg>
        <pc:picChg chg="add mod ord">
          <ac:chgData name="Geetha p" userId="528fb522325d19a3" providerId="LiveId" clId="{8C150BB2-9218-488B-B012-E3F261622E26}" dt="2026-09-26T07:54:10.476" v="1546" actId="14100"/>
          <ac:picMkLst>
            <pc:docMk/>
            <pc:sldMk cId="245857556" sldId="277"/>
            <ac:picMk id="5" creationId="{2AEFDD5C-0930-94CF-52C9-FE0644973D19}"/>
          </ac:picMkLst>
        </pc:picChg>
      </pc:sldChg>
      <pc:sldChg chg="addSp delSp modSp new mod modAnim">
        <pc:chgData name="Geetha p" userId="528fb522325d19a3" providerId="LiveId" clId="{8C150BB2-9218-488B-B012-E3F261622E26}" dt="2026-10-04T19:14:54.933" v="2618"/>
        <pc:sldMkLst>
          <pc:docMk/>
          <pc:sldMk cId="2746017108" sldId="278"/>
        </pc:sldMkLst>
        <pc:spChg chg="mod">
          <ac:chgData name="Geetha p" userId="528fb522325d19a3" providerId="LiveId" clId="{8C150BB2-9218-488B-B012-E3F261622E26}" dt="2026-10-04T18:03:40.383" v="2119" actId="20577"/>
          <ac:spMkLst>
            <pc:docMk/>
            <pc:sldMk cId="2746017108" sldId="278"/>
            <ac:spMk id="2" creationId="{03780A9B-5F1F-308B-A92D-0881EA0A2F22}"/>
          </ac:spMkLst>
        </pc:spChg>
        <pc:spChg chg="add mod">
          <ac:chgData name="Geetha p" userId="528fb522325d19a3" providerId="LiveId" clId="{8C150BB2-9218-488B-B012-E3F261622E26}" dt="2026-09-26T08:38:27.684" v="1565" actId="1076"/>
          <ac:spMkLst>
            <pc:docMk/>
            <pc:sldMk cId="2746017108" sldId="278"/>
            <ac:spMk id="9" creationId="{42A07BC1-A397-03A0-9CEE-5C76D1F52AE2}"/>
          </ac:spMkLst>
        </pc:spChg>
        <pc:picChg chg="add mod ord">
          <ac:chgData name="Geetha p" userId="528fb522325d19a3" providerId="LiveId" clId="{8C150BB2-9218-488B-B012-E3F261622E26}" dt="2026-09-26T08:30:50.221" v="1557" actId="1076"/>
          <ac:picMkLst>
            <pc:docMk/>
            <pc:sldMk cId="2746017108" sldId="278"/>
            <ac:picMk id="5" creationId="{5725CABA-9AFF-0743-CECE-B4272F2A7BD6}"/>
          </ac:picMkLst>
        </pc:picChg>
        <pc:picChg chg="add mod">
          <ac:chgData name="Geetha p" userId="528fb522325d19a3" providerId="LiveId" clId="{8C150BB2-9218-488B-B012-E3F261622E26}" dt="2026-09-26T08:37:27.260" v="1560" actId="14100"/>
          <ac:picMkLst>
            <pc:docMk/>
            <pc:sldMk cId="2746017108" sldId="278"/>
            <ac:picMk id="7" creationId="{171198B0-05A1-0E6A-21C7-0662CCF8DCDD}"/>
          </ac:picMkLst>
        </pc:picChg>
      </pc:sldChg>
      <pc:sldChg chg="addSp delSp modSp new mod modAnim">
        <pc:chgData name="Geetha p" userId="528fb522325d19a3" providerId="LiveId" clId="{8C150BB2-9218-488B-B012-E3F261622E26}" dt="2026-10-04T19:15:25.421" v="2621"/>
        <pc:sldMkLst>
          <pc:docMk/>
          <pc:sldMk cId="1394027087" sldId="279"/>
        </pc:sldMkLst>
        <pc:spChg chg="mod">
          <ac:chgData name="Geetha p" userId="528fb522325d19a3" providerId="LiveId" clId="{8C150BB2-9218-488B-B012-E3F261622E26}" dt="2026-10-04T18:05:03.048" v="2122" actId="20577"/>
          <ac:spMkLst>
            <pc:docMk/>
            <pc:sldMk cId="1394027087" sldId="279"/>
            <ac:spMk id="2" creationId="{73537849-B500-A6D6-CE34-DEF3438E2082}"/>
          </ac:spMkLst>
        </pc:spChg>
        <pc:spChg chg="add del mod">
          <ac:chgData name="Geetha p" userId="528fb522325d19a3" providerId="LiveId" clId="{8C150BB2-9218-488B-B012-E3F261622E26}" dt="2026-10-04T18:05:51.604" v="2124"/>
          <ac:spMkLst>
            <pc:docMk/>
            <pc:sldMk cId="1394027087" sldId="279"/>
            <ac:spMk id="3" creationId="{4820DE93-60A2-2CF1-55B5-88F5E58D92E8}"/>
          </ac:spMkLst>
        </pc:spChg>
        <pc:spChg chg="add mod">
          <ac:chgData name="Geetha p" userId="528fb522325d19a3" providerId="LiveId" clId="{8C150BB2-9218-488B-B012-E3F261622E26}" dt="2026-10-04T18:07:01.488" v="2131" actId="113"/>
          <ac:spMkLst>
            <pc:docMk/>
            <pc:sldMk cId="1394027087" sldId="279"/>
            <ac:spMk id="6" creationId="{7DDBCA5F-8207-DAD4-9A39-AF2AB142CF4D}"/>
          </ac:spMkLst>
        </pc:spChg>
        <pc:picChg chg="add mod ord">
          <ac:chgData name="Geetha p" userId="528fb522325d19a3" providerId="LiveId" clId="{8C150BB2-9218-488B-B012-E3F261622E26}" dt="2026-10-04T18:05:58.699" v="2126" actId="1076"/>
          <ac:picMkLst>
            <pc:docMk/>
            <pc:sldMk cId="1394027087" sldId="279"/>
            <ac:picMk id="5" creationId="{F033E5F9-3F1A-DA49-FB8F-008E0DBC8979}"/>
          </ac:picMkLst>
        </pc:picChg>
      </pc:sldChg>
      <pc:sldChg chg="addSp delSp modSp new mod modAnim">
        <pc:chgData name="Geetha p" userId="528fb522325d19a3" providerId="LiveId" clId="{8C150BB2-9218-488B-B012-E3F261622E26}" dt="2026-10-04T19:15:44.432" v="2623"/>
        <pc:sldMkLst>
          <pc:docMk/>
          <pc:sldMk cId="3151810499" sldId="280"/>
        </pc:sldMkLst>
        <pc:spChg chg="mod">
          <ac:chgData name="Geetha p" userId="528fb522325d19a3" providerId="LiveId" clId="{8C150BB2-9218-488B-B012-E3F261622E26}" dt="2026-10-04T18:08:09.288" v="2132" actId="20577"/>
          <ac:spMkLst>
            <pc:docMk/>
            <pc:sldMk cId="3151810499" sldId="280"/>
            <ac:spMk id="2" creationId="{A30ED282-CEEE-5930-0135-40725FE0B253}"/>
          </ac:spMkLst>
        </pc:spChg>
        <pc:graphicFrameChg chg="add del mod">
          <ac:chgData name="Geetha p" userId="528fb522325d19a3" providerId="LiveId" clId="{8C150BB2-9218-488B-B012-E3F261622E26}" dt="2026-10-04T18:19:43.709" v="2157" actId="478"/>
          <ac:graphicFrameMkLst>
            <pc:docMk/>
            <pc:sldMk cId="3151810499" sldId="280"/>
            <ac:graphicFrameMk id="6" creationId="{182A7200-975C-66E2-43A9-A317FF43D05B}"/>
          </ac:graphicFrameMkLst>
        </pc:graphicFrameChg>
        <pc:picChg chg="add mod ord">
          <ac:chgData name="Geetha p" userId="528fb522325d19a3" providerId="LiveId" clId="{8C150BB2-9218-488B-B012-E3F261622E26}" dt="2026-10-04T18:19:47.830" v="2158" actId="1076"/>
          <ac:picMkLst>
            <pc:docMk/>
            <pc:sldMk cId="3151810499" sldId="280"/>
            <ac:picMk id="5" creationId="{E40778E0-E108-E2FF-24A0-4237B0D772BE}"/>
          </ac:picMkLst>
        </pc:picChg>
      </pc:sldChg>
      <pc:sldChg chg="addSp delSp modSp new mod modAnim">
        <pc:chgData name="Geetha p" userId="528fb522325d19a3" providerId="LiveId" clId="{8C150BB2-9218-488B-B012-E3F261622E26}" dt="2026-10-04T19:17:18.950" v="2628"/>
        <pc:sldMkLst>
          <pc:docMk/>
          <pc:sldMk cId="2945740737" sldId="281"/>
        </pc:sldMkLst>
        <pc:spChg chg="mod">
          <ac:chgData name="Geetha p" userId="528fb522325d19a3" providerId="LiveId" clId="{8C150BB2-9218-488B-B012-E3F261622E26}" dt="2026-10-04T18:40:52.640" v="2251" actId="20577"/>
          <ac:spMkLst>
            <pc:docMk/>
            <pc:sldMk cId="2945740737" sldId="281"/>
            <ac:spMk id="2" creationId="{242E03A4-1105-0140-6C75-7D175AE5DB07}"/>
          </ac:spMkLst>
        </pc:spChg>
        <pc:picChg chg="add mod ord">
          <ac:chgData name="Geetha p" userId="528fb522325d19a3" providerId="LiveId" clId="{8C150BB2-9218-488B-B012-E3F261622E26}" dt="2026-10-04T18:39:56.325" v="2239" actId="14100"/>
          <ac:picMkLst>
            <pc:docMk/>
            <pc:sldMk cId="2945740737" sldId="281"/>
            <ac:picMk id="5" creationId="{C4737267-BD70-6AAB-D7E9-ACCB2424D324}"/>
          </ac:picMkLst>
        </pc:picChg>
      </pc:sldChg>
      <pc:sldChg chg="addSp modSp new mod modClrScheme modAnim chgLayout">
        <pc:chgData name="Geetha p" userId="528fb522325d19a3" providerId="LiveId" clId="{8C150BB2-9218-488B-B012-E3F261622E26}" dt="2026-10-04T19:18:37.304" v="2634"/>
        <pc:sldMkLst>
          <pc:docMk/>
          <pc:sldMk cId="1546248717" sldId="282"/>
        </pc:sldMkLst>
        <pc:spChg chg="mod ord">
          <ac:chgData name="Geetha p" userId="528fb522325d19a3" providerId="LiveId" clId="{8C150BB2-9218-488B-B012-E3F261622E26}" dt="2026-10-04T18:45:27.469" v="2268" actId="113"/>
          <ac:spMkLst>
            <pc:docMk/>
            <pc:sldMk cId="1546248717" sldId="282"/>
            <ac:spMk id="2" creationId="{5FACD3E9-0E32-44AA-18AF-F58D47F29074}"/>
          </ac:spMkLst>
        </pc:spChg>
        <pc:spChg chg="mod ord">
          <ac:chgData name="Geetha p" userId="528fb522325d19a3" providerId="LiveId" clId="{8C150BB2-9218-488B-B012-E3F261622E26}" dt="2026-09-27T17:28:11" v="1950"/>
          <ac:spMkLst>
            <pc:docMk/>
            <pc:sldMk cId="1546248717" sldId="282"/>
            <ac:spMk id="3" creationId="{97C37AC6-12FC-261A-FBE9-54F8AC0E3026}"/>
          </ac:spMkLst>
        </pc:spChg>
        <pc:spChg chg="add mod ord">
          <ac:chgData name="Geetha p" userId="528fb522325d19a3" providerId="LiveId" clId="{8C150BB2-9218-488B-B012-E3F261622E26}" dt="2026-09-27T17:26:21.797" v="1933" actId="1076"/>
          <ac:spMkLst>
            <pc:docMk/>
            <pc:sldMk cId="1546248717" sldId="282"/>
            <ac:spMk id="4" creationId="{B9146DF4-463F-81F8-B18F-203B1453FC26}"/>
          </ac:spMkLst>
        </pc:spChg>
        <pc:spChg chg="add mod ord">
          <ac:chgData name="Geetha p" userId="528fb522325d19a3" providerId="LiveId" clId="{8C150BB2-9218-488B-B012-E3F261622E26}" dt="2026-09-27T17:26:10.607" v="1932" actId="207"/>
          <ac:spMkLst>
            <pc:docMk/>
            <pc:sldMk cId="1546248717" sldId="282"/>
            <ac:spMk id="5" creationId="{3337C154-4A95-F9A6-B62E-D2D42B4E56CF}"/>
          </ac:spMkLst>
        </pc:spChg>
        <pc:spChg chg="add mod ord">
          <ac:chgData name="Geetha p" userId="528fb522325d19a3" providerId="LiveId" clId="{8C150BB2-9218-488B-B012-E3F261622E26}" dt="2026-09-27T17:28:11" v="1950"/>
          <ac:spMkLst>
            <pc:docMk/>
            <pc:sldMk cId="1546248717" sldId="282"/>
            <ac:spMk id="6" creationId="{5C6FB2BD-F3F5-68CD-1D50-41C64C4CBCF7}"/>
          </ac:spMkLst>
        </pc:spChg>
        <pc:spChg chg="add mod">
          <ac:chgData name="Geetha p" userId="528fb522325d19a3" providerId="LiveId" clId="{8C150BB2-9218-488B-B012-E3F261622E26}" dt="2026-09-27T17:30:19.853" v="1957" actId="207"/>
          <ac:spMkLst>
            <pc:docMk/>
            <pc:sldMk cId="1546248717" sldId="282"/>
            <ac:spMk id="7" creationId="{2CB493C4-C98B-7E24-35E3-6A876B0844E3}"/>
          </ac:spMkLst>
        </pc:spChg>
      </pc:sldChg>
      <pc:sldChg chg="addSp modSp new mod ord modAnim">
        <pc:chgData name="Geetha p" userId="528fb522325d19a3" providerId="LiveId" clId="{8C150BB2-9218-488B-B012-E3F261622E26}" dt="2026-10-04T19:19:38.048" v="2639"/>
        <pc:sldMkLst>
          <pc:docMk/>
          <pc:sldMk cId="4272750747" sldId="283"/>
        </pc:sldMkLst>
        <pc:spChg chg="add mod">
          <ac:chgData name="Geetha p" userId="528fb522325d19a3" providerId="LiveId" clId="{8C150BB2-9218-488B-B012-E3F261622E26}" dt="2026-10-04T19:05:27.087" v="2596" actId="1076"/>
          <ac:spMkLst>
            <pc:docMk/>
            <pc:sldMk cId="4272750747" sldId="283"/>
            <ac:spMk id="2" creationId="{83F95458-0822-D39B-DB0F-24BA266ECA4B}"/>
          </ac:spMkLst>
        </pc:spChg>
        <pc:spChg chg="add mod">
          <ac:chgData name="Geetha p" userId="528fb522325d19a3" providerId="LiveId" clId="{8C150BB2-9218-488B-B012-E3F261622E26}" dt="2026-10-04T19:03:34.601" v="2590" actId="113"/>
          <ac:spMkLst>
            <pc:docMk/>
            <pc:sldMk cId="4272750747" sldId="283"/>
            <ac:spMk id="6" creationId="{C694F8CD-2CF8-5157-2809-55AFD3D28E63}"/>
          </ac:spMkLst>
        </pc:spChg>
        <pc:spChg chg="add mod">
          <ac:chgData name="Geetha p" userId="528fb522325d19a3" providerId="LiveId" clId="{8C150BB2-9218-488B-B012-E3F261622E26}" dt="2026-10-04T19:05:52.016" v="2598" actId="113"/>
          <ac:spMkLst>
            <pc:docMk/>
            <pc:sldMk cId="4272750747" sldId="283"/>
            <ac:spMk id="8" creationId="{D1CD0157-36E2-7B96-501A-7AEEA5E75B28}"/>
          </ac:spMkLst>
        </pc:spChg>
        <pc:picChg chg="add mod">
          <ac:chgData name="Geetha p" userId="528fb522325d19a3" providerId="LiveId" clId="{8C150BB2-9218-488B-B012-E3F261622E26}" dt="2026-10-04T19:05:09.514" v="2594" actId="14100"/>
          <ac:picMkLst>
            <pc:docMk/>
            <pc:sldMk cId="4272750747" sldId="283"/>
            <ac:picMk id="4" creationId="{0E0008EE-1493-F905-DAA8-A8C1BD81D9CD}"/>
          </ac:picMkLst>
        </pc:picChg>
      </pc:sldChg>
      <pc:sldChg chg="addSp modSp new del mod">
        <pc:chgData name="Geetha p" userId="528fb522325d19a3" providerId="LiveId" clId="{8C150BB2-9218-488B-B012-E3F261622E26}" dt="2026-10-04T17:13:06.729" v="2005" actId="2696"/>
        <pc:sldMkLst>
          <pc:docMk/>
          <pc:sldMk cId="4147722940" sldId="284"/>
        </pc:sldMkLst>
        <pc:spChg chg="add mod">
          <ac:chgData name="Geetha p" userId="528fb522325d19a3" providerId="LiveId" clId="{8C150BB2-9218-488B-B012-E3F261622E26}" dt="2026-10-04T17:08:41.433" v="2004" actId="14100"/>
          <ac:spMkLst>
            <pc:docMk/>
            <pc:sldMk cId="4147722940" sldId="284"/>
            <ac:spMk id="3" creationId="{F3935E16-CB27-A17D-0842-42F00BB51D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226EA-609A-412A-8B62-8234EFB69B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61668-08B1-4EA8-B3EC-25F4F4D1B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35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61668-08B1-4EA8-B3EC-25F4F4D1BF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30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61668-08B1-4EA8-B3EC-25F4F4D1BF4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737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61668-08B1-4EA8-B3EC-25F4F4D1BF4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42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61668-08B1-4EA8-B3EC-25F4F4D1BF4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6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CBCC-6F94-D88E-3CC3-8A6F39A6C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4243A-EA28-ED7B-CD39-D82ABAF17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98982-6BFC-2685-2E2C-0D5B21DF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35B03-BAF6-FE67-2AEF-250F815A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4BDFD-4388-A56C-0BF4-B20B84A4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21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237B-7ADD-B672-E9A3-2845B0F8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DB4A0-F388-9748-A724-196EC69E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1C0D-86A1-E037-6C82-EA10D909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A29B-8E4D-E26A-BDA7-FAD9530F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53D1F-16DF-89F0-B717-10343D02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557D-0629-F6C1-4217-1B6FC2E9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3B5A4-FB2A-4D54-E8AC-C14788435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BAD90-5E78-1CE4-6E7D-EF0849B9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C64D-056A-187D-273E-827F8F55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D04C-ED63-FEE2-2381-26B1B599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3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E644-D7DC-01D8-3213-5744475A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CCD1-542C-4644-35CE-E257A66A9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CB23D-42B2-2703-1837-D8098B842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BB4BB-931F-47F8-C130-8208F307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7CBEB-B271-6E77-BC89-AA787EF4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1512C-61DF-22A9-A269-BBE4346E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6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2A49-DB0F-937F-6D76-594B38B1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A9FB-3D0C-D05C-9975-96643A33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1BAF6-B16C-A78C-7DD3-32550027D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BE05A-209A-E29B-F2D3-B9FDDD904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87328-BC72-D9CB-95A5-933B19A98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87ACF-6F90-097A-DFBE-A25129F2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AB5DC-5072-1220-E7AD-89143492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A9C14-9F76-39CF-13FA-5DEB4229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1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0D18-2D58-7036-B7B8-36B7B694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64E9C-8814-C964-D24E-EC283244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64E6F-5E6F-9418-BB98-50BF5B2C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9911C-0445-6037-15CF-E27E2171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1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347E0-A474-F10C-1617-C46A01E8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254F3-8209-5004-0967-04FAC711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8466E-F707-D01F-4BAD-1C7478B8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3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9167-0C65-B325-C40B-6195C387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1F83-A020-7E13-9EF8-88396E8C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96FC9-A0B3-56C2-F298-679C6543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54C07-62E0-CA0A-7E87-C7A42A52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433F4-1E48-69BC-DFD7-BFD008C3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93476-972C-DDF7-B654-8B503453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3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4C00-C69D-57F8-4781-525B0393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22938-9C66-F3EC-A3FF-BC91DB6A8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18DE4-5BD5-67FC-6E3E-AE57A4166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4EE9E-B12A-DE80-D820-43EE6330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3C137-2AF1-A410-7C92-8F2D5E98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A077-8FF1-3FE7-FF7E-AC9EF227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97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DA88-9B54-E95D-69E5-CC3956B5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76DCE-96C8-0A0D-DEBA-1D390313C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75355-810D-51EC-AF7E-CB2D5E7A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0BA7-3ABA-942E-5496-969D25DD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71C8-518D-CEB7-36A9-1E0085F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0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E4827-A99F-F1B9-6C00-488D5DDCA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14349-59E1-76AC-6F7A-0356C06D7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87E2-2A60-EC8A-9D75-4C87BD2D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966A-59AD-D247-8DF1-CB995285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40520-125A-ED6A-B6F3-FCF28670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64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D4F01-4E0C-DAD2-C747-B3734961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F4FAB-45C7-DA8E-BE96-2D48E7415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579AA-8CAF-C0E4-65CA-ACEE34949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E543A-D25C-4862-A549-93AFFE00112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A3E44-0F54-A6DB-2632-4B12D3CF6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0E656-064F-13EC-CF72-41F4A14B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D2E43-1E96-4E73-99BA-BAC20AB0E4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60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w/c/528FB522325D19A3/IQAn_9BpnWAmSJZBN2CQiO8DASCl6gjmloBdr5f67c82U1I?e=jOhqPB" TargetMode="External"/><Relationship Id="rId2" Type="http://schemas.openxmlformats.org/officeDocument/2006/relationships/hyperlink" Target="https://1drv.ms/w/c/528FB522325D19A3/IQBemF7RkgTkSK0BWHFpl4JCASj_-0ZR5z_MpTeFWJuTF-w?e=ZoBNZ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v-helpdesk-5455.ai.stud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ourglass and a calendar">
            <a:extLst>
              <a:ext uri="{FF2B5EF4-FFF2-40B4-BE49-F238E27FC236}">
                <a16:creationId xmlns:a16="http://schemas.microsoft.com/office/drawing/2014/main" id="{A32D3FE5-BCE7-4624-CBA6-6D77AAC46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48FCA4-8368-4D04-AA49-7D93E4412CC5}"/>
              </a:ext>
            </a:extLst>
          </p:cNvPr>
          <p:cNvSpPr txBox="1"/>
          <p:nvPr/>
        </p:nvSpPr>
        <p:spPr>
          <a:xfrm>
            <a:off x="487785" y="337994"/>
            <a:ext cx="677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Ola Electric Service Crisis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1AAC5-F6B7-7AAB-287B-C58B27DF915B}"/>
              </a:ext>
            </a:extLst>
          </p:cNvPr>
          <p:cNvSpPr txBox="1"/>
          <p:nvPr/>
        </p:nvSpPr>
        <p:spPr>
          <a:xfrm>
            <a:off x="487785" y="1229751"/>
            <a:ext cx="67775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CBD5E1"/>
                </a:solidFill>
              </a:defRPr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Data-driven analysis of sales, complaints, warranty and service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9B445-77C1-1FBD-4002-9FC6B328E819}"/>
              </a:ext>
            </a:extLst>
          </p:cNvPr>
          <p:cNvSpPr txBox="1"/>
          <p:nvPr/>
        </p:nvSpPr>
        <p:spPr>
          <a:xfrm>
            <a:off x="602085" y="4643362"/>
            <a:ext cx="6188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SQL • Excel • Power BI • Statistical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9E333-15D6-87E3-8AEA-A28A89974734}"/>
              </a:ext>
            </a:extLst>
          </p:cNvPr>
          <p:cNvSpPr txBox="1"/>
          <p:nvPr/>
        </p:nvSpPr>
        <p:spPr>
          <a:xfrm>
            <a:off x="602085" y="6289173"/>
            <a:ext cx="6188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Presented by: P. Geetha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71C9C-4888-3C16-2126-82FBEE8EB831}"/>
              </a:ext>
            </a:extLst>
          </p:cNvPr>
          <p:cNvSpPr txBox="1"/>
          <p:nvPr/>
        </p:nvSpPr>
        <p:spPr>
          <a:xfrm>
            <a:off x="602085" y="3320718"/>
            <a:ext cx="6188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Final Project Report | 2023–2024</a:t>
            </a:r>
          </a:p>
        </p:txBody>
      </p:sp>
    </p:spTree>
    <p:extLst>
      <p:ext uri="{BB962C8B-B14F-4D97-AF65-F5344CB8AC3E}">
        <p14:creationId xmlns:p14="http://schemas.microsoft.com/office/powerpoint/2010/main" val="179993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BA26-F713-631D-33DB-9DEC71ADD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01248" cy="4351338"/>
          </a:xfrm>
        </p:spPr>
        <p:txBody>
          <a:bodyPr/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tabLst/>
              <a:defRPr sz="18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Ola Electric experienced a major customer-service crisis during 2024.</a:t>
            </a:r>
          </a:p>
          <a:p>
            <a:pPr marL="0" lvl="0" indent="0" defTabSz="457200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</a:t>
            </a:r>
            <a:r>
              <a:rPr lang="en-IN" sz="1800" b="1" dirty="0">
                <a:solidFill>
                  <a:srgbClr val="1F2937"/>
                </a:solidFill>
              </a:rPr>
              <a:t>Service complaints increased sharply, creating significant pressure on service operations.</a:t>
            </a:r>
          </a:p>
          <a:p>
            <a:pPr marL="0" lvl="0" indent="0" defTabSz="457200">
              <a:spcBef>
                <a:spcPts val="0"/>
              </a:spcBef>
              <a:spcAft>
                <a:spcPts val="1000"/>
              </a:spcAft>
              <a:buNone/>
              <a:defRPr sz="18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• The project examines whether sales trends moved alongside complaints, warranty claims and service jobs.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The objective is to convert operational data into actionable management insights.</a:t>
            </a: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2BA747-9258-DF56-040F-AA69EB83D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58698"/>
            <a:ext cx="3748911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sz="3200">
                <a:solidFill>
                  <a:schemeClr val="accent1">
                    <a:lumMod val="75000"/>
                  </a:schemeClr>
                </a:solidFill>
              </a:rPr>
              <a:t>1. Business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E04A8-7FAD-28C5-E38C-AF075C1758C4}"/>
              </a:ext>
            </a:extLst>
          </p:cNvPr>
          <p:cNvSpPr/>
          <p:nvPr/>
        </p:nvSpPr>
        <p:spPr>
          <a:xfrm>
            <a:off x="8667482" y="2910625"/>
            <a:ext cx="3039414" cy="10669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Focus Year of Service crisis Analysis</a:t>
            </a:r>
          </a:p>
          <a:p>
            <a:pPr algn="ctr"/>
            <a:r>
              <a:rPr lang="en-IN" sz="2000" b="1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F95D7-ADCE-F2E8-FD70-022A0A51A572}"/>
              </a:ext>
            </a:extLst>
          </p:cNvPr>
          <p:cNvSpPr/>
          <p:nvPr/>
        </p:nvSpPr>
        <p:spPr>
          <a:xfrm>
            <a:off x="8667482" y="4376670"/>
            <a:ext cx="3039414" cy="10669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Multi – Source</a:t>
            </a:r>
          </a:p>
          <a:p>
            <a:pPr algn="ctr"/>
            <a:r>
              <a:rPr lang="en-IN" sz="1400" b="1">
                <a:solidFill>
                  <a:schemeClr val="tx1"/>
                </a:solidFill>
              </a:rPr>
              <a:t>Sales + Service + Warranty + Customer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F571C6-B51A-E89B-84B8-1CC4D9E75C2B}"/>
              </a:ext>
            </a:extLst>
          </p:cNvPr>
          <p:cNvSpPr/>
          <p:nvPr/>
        </p:nvSpPr>
        <p:spPr>
          <a:xfrm>
            <a:off x="8667482" y="1414381"/>
            <a:ext cx="3039414" cy="10669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Total Complaints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92K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A829C-853A-A68D-BF9A-DC4F251DC210}"/>
              </a:ext>
            </a:extLst>
          </p:cNvPr>
          <p:cNvSpPr txBox="1"/>
          <p:nvPr/>
        </p:nvSpPr>
        <p:spPr>
          <a:xfrm>
            <a:off x="485104" y="5391416"/>
            <a:ext cx="73012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Objective: Identify the operational drivers of the service crisis and their impact on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2956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EBE8A9A-E7F2-F422-5ADC-A7F7F59E5A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79885"/>
              </p:ext>
            </p:extLst>
          </p:nvPr>
        </p:nvGraphicFramePr>
        <p:xfrm>
          <a:off x="1443506" y="1576990"/>
          <a:ext cx="8305802" cy="1754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2901">
                  <a:extLst>
                    <a:ext uri="{9D8B030D-6E8A-4147-A177-3AD203B41FA5}">
                      <a16:colId xmlns:a16="http://schemas.microsoft.com/office/drawing/2014/main" val="390046160"/>
                    </a:ext>
                  </a:extLst>
                </a:gridCol>
                <a:gridCol w="4152901">
                  <a:extLst>
                    <a:ext uri="{9D8B030D-6E8A-4147-A177-3AD203B41FA5}">
                      <a16:colId xmlns:a16="http://schemas.microsoft.com/office/drawing/2014/main" val="1412705256"/>
                    </a:ext>
                  </a:extLst>
                </a:gridCol>
              </a:tblGrid>
              <a:tr h="4385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43238"/>
                  </a:ext>
                </a:extLst>
              </a:tr>
              <a:tr h="438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📈 Sales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📍 Complaint Hotspots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545991"/>
                  </a:ext>
                </a:extLst>
              </a:tr>
              <a:tr h="438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🔧 Service &amp; Warranty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🔗 Relationship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976075"/>
                  </a:ext>
                </a:extLst>
              </a:tr>
              <a:tr h="438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📊 Statistical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📊 Power BI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84614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B87407FD-143C-FC4D-2252-7F4144567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58698"/>
            <a:ext cx="3786549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2. Project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9F420-97CD-A88F-00AC-FEC3249E2E49}"/>
              </a:ext>
            </a:extLst>
          </p:cNvPr>
          <p:cNvSpPr txBox="1"/>
          <p:nvPr/>
        </p:nvSpPr>
        <p:spPr>
          <a:xfrm>
            <a:off x="1117242" y="4522356"/>
            <a:ext cx="10602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 understand the Ola Electric service crisis using sales, complaint, warranty and service data; identify key operational issues, analyze relationships between KPIs, and apply statistical techniques to support data-driven management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904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8628-AAD6-733E-0407-638C20AB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973"/>
            <a:ext cx="10515600" cy="132556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3.</a:t>
            </a:r>
            <a:r>
              <a:rPr kumimoji="0" lang="en-IN" sz="3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Project Requirement Documents</a:t>
            </a:r>
            <a:b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8763F">
                    <a:lumMod val="75000"/>
                  </a:srgbClr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9F1E-523D-25DE-1B27-757B2156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Business Requirement Document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/>
              <a:t>Defines the business problem, objectives, scope and expected outcomes</a:t>
            </a:r>
            <a:r>
              <a:rPr lang="en-IN" dirty="0"/>
              <a:t>.</a:t>
            </a:r>
          </a:p>
          <a:p>
            <a:r>
              <a:rPr lang="en-IN" dirty="0">
                <a:hlinkClick r:id="rId2"/>
              </a:rPr>
              <a:t>Business Requirements Document.docx</a:t>
            </a:r>
            <a:endParaRPr lang="en-IN" dirty="0">
              <a:solidFill>
                <a:prstClr val="black"/>
              </a:solidFill>
              <a:latin typeface="Neue Haas Grotesk Text Pro"/>
            </a:endParaRPr>
          </a:p>
          <a:p>
            <a:endParaRPr lang="en-IN" dirty="0"/>
          </a:p>
          <a:p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Functional Requirement Document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IN" sz="2000" b="1" dirty="0"/>
              <a:t>Defines the functional requirements, KPIs and dashboard requirements</a:t>
            </a:r>
            <a:r>
              <a:rPr lang="en-IN" sz="2400" dirty="0"/>
              <a:t>.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r>
              <a:rPr lang="en-IN" dirty="0">
                <a:hlinkClick r:id="rId3"/>
              </a:rPr>
              <a:t>Functional Requirements Document.docx</a:t>
            </a:r>
            <a:endParaRPr lang="en-IN" dirty="0">
              <a:solidFill>
                <a:prstClr val="black"/>
              </a:solidFill>
              <a:latin typeface="Neue Haas Grotesk Text Pr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25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0CD3A5-0CEB-9A1E-FE42-9D2BFC3FE7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58698"/>
            <a:ext cx="5956311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lang="en-IN" sz="320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sz="3200">
                <a:solidFill>
                  <a:schemeClr val="accent1">
                    <a:lumMod val="75000"/>
                  </a:schemeClr>
                </a:solidFill>
              </a:rPr>
              <a:t>. Data &amp; Analytical Methodology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69BB787-AB04-DBE6-73A0-152123512D10}"/>
              </a:ext>
            </a:extLst>
          </p:cNvPr>
          <p:cNvSpPr/>
          <p:nvPr/>
        </p:nvSpPr>
        <p:spPr>
          <a:xfrm>
            <a:off x="386580" y="4277552"/>
            <a:ext cx="5074920" cy="193322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 b="1">
                <a:solidFill>
                  <a:srgbClr val="9333EA"/>
                </a:solidFill>
              </a:defRPr>
            </a:pPr>
            <a:r>
              <a:rPr lang="en-US" sz="2400"/>
              <a:t>Tools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rPr lang="en-US" sz="1400" b="1"/>
              <a:t>PostgreSQL / SQL • Excel • Power BI • Power Query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8B6392A-F4AE-390E-3EB0-43835D16092B}"/>
              </a:ext>
            </a:extLst>
          </p:cNvPr>
          <p:cNvSpPr/>
          <p:nvPr/>
        </p:nvSpPr>
        <p:spPr>
          <a:xfrm>
            <a:off x="5913120" y="4277551"/>
            <a:ext cx="50749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 b="1">
                <a:solidFill>
                  <a:srgbClr val="9333EA"/>
                </a:solidFill>
              </a:defRPr>
            </a:pPr>
            <a:r>
              <a:rPr lang="en-US" sz="2400" dirty="0"/>
              <a:t>Methods</a:t>
            </a:r>
          </a:p>
          <a:p>
            <a:pPr>
              <a:defRPr sz="1900" b="1">
                <a:solidFill>
                  <a:srgbClr val="9333EA"/>
                </a:solidFill>
              </a:defRPr>
            </a:pPr>
            <a:r>
              <a:rPr lang="en-IN" sz="1400" b="1" dirty="0">
                <a:solidFill>
                  <a:schemeClr val="tx1"/>
                </a:solidFill>
              </a:rPr>
              <a:t>KPI Analysis • Heatmap • Correlation • Hypothesis Testing • Regression • Forecasting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FF516B88-547E-5A40-3E58-C0A304A1B925}"/>
              </a:ext>
            </a:extLst>
          </p:cNvPr>
          <p:cNvSpPr/>
          <p:nvPr/>
        </p:nvSpPr>
        <p:spPr>
          <a:xfrm>
            <a:off x="5913120" y="1643189"/>
            <a:ext cx="50749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>
                <a:solidFill>
                  <a:srgbClr val="9333EA"/>
                </a:solidFill>
              </a:defRPr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9333E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preparation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1F2937"/>
                </a:solidFill>
              </a:defRPr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Cleaning dates, standardizing cities, handling missing values, and preparing analysis-ready tables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66EC9D9B-123A-E64C-AA3B-341A049FE132}"/>
              </a:ext>
            </a:extLst>
          </p:cNvPr>
          <p:cNvSpPr/>
          <p:nvPr/>
        </p:nvSpPr>
        <p:spPr>
          <a:xfrm>
            <a:off x="193398" y="1666939"/>
            <a:ext cx="50749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 b="1">
                <a:solidFill>
                  <a:srgbClr val="9333EA"/>
                </a:solidFill>
              </a:defRPr>
            </a:pPr>
            <a:r>
              <a:rPr lang="en-US" sz="2400"/>
              <a:t>Data sources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rPr lang="en-US" sz="1400" b="1"/>
              <a:t>Sales, complaints, warranty claims, job cards, service centers, vehicle/customer and supporting operational data</a:t>
            </a:r>
          </a:p>
        </p:txBody>
      </p:sp>
    </p:spTree>
    <p:extLst>
      <p:ext uri="{BB962C8B-B14F-4D97-AF65-F5344CB8AC3E}">
        <p14:creationId xmlns:p14="http://schemas.microsoft.com/office/powerpoint/2010/main" val="330497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3C7E-44B3-F0A0-D4E3-74F80963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5. Crisis Overview - EDA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EFDD5C-0930-94CF-52C9-FE0644973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586" y="1825625"/>
            <a:ext cx="91440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DB296C-2CBC-C0D9-4DB6-8A5513E4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31" y="2147034"/>
            <a:ext cx="5386652" cy="190117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AD5FA8E-A7CB-B1E3-12DE-E05E83DC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6. Lag Correlation Analysis – 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2F208-2713-8515-3461-A384DE416A79}"/>
              </a:ext>
            </a:extLst>
          </p:cNvPr>
          <p:cNvSpPr txBox="1"/>
          <p:nvPr/>
        </p:nvSpPr>
        <p:spPr>
          <a:xfrm>
            <a:off x="683652" y="4903801"/>
            <a:ext cx="110103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Key Insight</a:t>
            </a:r>
            <a:r>
              <a:rPr lang="en-IN" b="1" dirty="0"/>
              <a:t>:</a:t>
            </a:r>
          </a:p>
          <a:p>
            <a:r>
              <a:rPr lang="en-IN" dirty="0"/>
              <a:t> Complaints show the strongest negative relationship with sales at a </a:t>
            </a:r>
          </a:p>
          <a:p>
            <a:r>
              <a:rPr lang="en-IN" sz="2000" b="1" dirty="0"/>
              <a:t>2-month lag (r = -0.869)</a:t>
            </a:r>
            <a:r>
              <a:rPr lang="en-IN" sz="2000" dirty="0"/>
              <a:t>, </a:t>
            </a:r>
            <a:r>
              <a:rPr lang="en-IN" dirty="0"/>
              <a:t>suggesting complaints may act as an early-warning indicator for future sales decline.</a:t>
            </a:r>
          </a:p>
        </p:txBody>
      </p:sp>
    </p:spTree>
    <p:extLst>
      <p:ext uri="{BB962C8B-B14F-4D97-AF65-F5344CB8AC3E}">
        <p14:creationId xmlns:p14="http://schemas.microsoft.com/office/powerpoint/2010/main" val="391992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FD96-155D-C151-4EB2-A1145B92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i="1" dirty="0"/>
              <a:t> 7. TAT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8CD8D-23D9-949F-371C-E9E62F23F330}"/>
              </a:ext>
            </a:extLst>
          </p:cNvPr>
          <p:cNvSpPr txBox="1"/>
          <p:nvPr/>
        </p:nvSpPr>
        <p:spPr>
          <a:xfrm>
            <a:off x="2070277" y="5167312"/>
            <a:ext cx="78335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Mean TAT increased from 7.56 days in January to 25.13 days in October, while median TAT increased from 7 to 23 days, showing a substantial deterioration in service turnaround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0718D-D97B-320E-F73F-9FF75A22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46" y="2163651"/>
            <a:ext cx="5975798" cy="23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3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0A9B-5F1F-308B-A92D-0881EA0A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8. Vehicles per Active Service Centre — 2024</a:t>
            </a:r>
            <a:br>
              <a:rPr lang="en-IN" sz="3200" b="1" dirty="0"/>
            </a:b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5CABA-9AFF-0743-CECE-B4272F2A7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0180"/>
            <a:ext cx="4648849" cy="2819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198B0-05A1-0E6A-21C7-0662CCF8D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53" y="1976235"/>
            <a:ext cx="4254968" cy="29055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07BC1-A397-03A0-9CEE-5C76D1F52AE2}"/>
              </a:ext>
            </a:extLst>
          </p:cNvPr>
          <p:cNvSpPr txBox="1"/>
          <p:nvPr/>
        </p:nvSpPr>
        <p:spPr>
          <a:xfrm>
            <a:off x="838200" y="5530283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Stockout rate remained consistently around 27.2%, indicating a persistent parts-availability constraint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601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7849-B500-A6D6-CE34-DEF3438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1" dirty="0"/>
              <a:t>9. Monthly KPI Correlation Matrix — 2024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33E5F9-3F1A-DA49-FB8F-008E0DBC8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618" y="1506828"/>
            <a:ext cx="8564450" cy="3593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BCA5F-8207-DAD4-9A39-AF2AB142CF4D}"/>
              </a:ext>
            </a:extLst>
          </p:cNvPr>
          <p:cNvSpPr txBox="1"/>
          <p:nvPr/>
        </p:nvSpPr>
        <p:spPr>
          <a:xfrm>
            <a:off x="1159098" y="5595405"/>
            <a:ext cx="89121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Higher complaints are strongly associated with longer TAT and lower CSAT, while longer TAT is also negatively associated with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39402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D282-CEEE-5930-0135-40725FE0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i="1" dirty="0"/>
              <a:t>10. Sentiment vs Sales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778E0-E108-E2FF-24A0-4237B0D77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4568" y="2155288"/>
            <a:ext cx="315389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1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6642-85C5-17AC-5EB1-FD41ED53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5" y="116871"/>
            <a:ext cx="10417935" cy="106798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11.  ERD – Ola Electric Service Analytics Database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E416A6-973B-2001-25B1-7D7A4708A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093" y="1184857"/>
            <a:ext cx="8366976" cy="49184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550E7-B845-6E1E-C41A-FAB5A4621241}"/>
              </a:ext>
            </a:extLst>
          </p:cNvPr>
          <p:cNvSpPr txBox="1"/>
          <p:nvPr/>
        </p:nvSpPr>
        <p:spPr>
          <a:xfrm>
            <a:off x="756634" y="6103290"/>
            <a:ext cx="6713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Shows the relationships between sales, complaints, warranty, service jobs and supporting master data used for analysis.</a:t>
            </a:r>
          </a:p>
          <a:p>
            <a:pPr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483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E164-AE01-D148-44FD-33C20A5B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700" b="1">
                <a:solidFill>
                  <a:srgbClr val="1F2937"/>
                </a:solidFill>
              </a:defRPr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+mn-ea"/>
                <a:cs typeface="+mn-cs"/>
              </a:rPr>
              <a:t>12.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Statistical Analysis</a:t>
            </a:r>
            <a:b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47E1F8-783B-D05B-6A23-E46E0F746843}"/>
              </a:ext>
            </a:extLst>
          </p:cNvPr>
          <p:cNvSpPr/>
          <p:nvPr/>
        </p:nvSpPr>
        <p:spPr>
          <a:xfrm>
            <a:off x="1147830" y="1647574"/>
            <a:ext cx="2395470" cy="128788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Sales Vs Complaint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Correlation</a:t>
            </a:r>
          </a:p>
          <a:p>
            <a:pPr algn="ctr"/>
            <a:r>
              <a:rPr lang="en-IN" sz="2800" b="1" dirty="0">
                <a:solidFill>
                  <a:schemeClr val="tx1"/>
                </a:solidFill>
              </a:rPr>
              <a:t>-0.464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989A13-2D2B-39B4-56F1-756819DBC4DC}"/>
              </a:ext>
            </a:extLst>
          </p:cNvPr>
          <p:cNvSpPr/>
          <p:nvPr/>
        </p:nvSpPr>
        <p:spPr>
          <a:xfrm>
            <a:off x="958671" y="4114801"/>
            <a:ext cx="2627290" cy="120165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R² - Sales Vs Complaints</a:t>
            </a:r>
          </a:p>
          <a:p>
            <a:pPr algn="ctr"/>
            <a:r>
              <a:rPr lang="en-IN" sz="2800" b="1">
                <a:solidFill>
                  <a:schemeClr val="tx1"/>
                </a:solidFill>
              </a:rPr>
              <a:t>0.215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1A836C-15F8-DABB-A277-5AC9D4B1E5A0}"/>
              </a:ext>
            </a:extLst>
          </p:cNvPr>
          <p:cNvSpPr/>
          <p:nvPr/>
        </p:nvSpPr>
        <p:spPr>
          <a:xfrm>
            <a:off x="4726009" y="4107992"/>
            <a:ext cx="2611460" cy="12084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Regression Slope</a:t>
            </a:r>
          </a:p>
          <a:p>
            <a:pPr algn="ctr"/>
            <a:r>
              <a:rPr lang="en-IN" sz="2800" b="1">
                <a:solidFill>
                  <a:schemeClr val="tx1"/>
                </a:solidFill>
              </a:rPr>
              <a:t>-0.083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E72F3B-D8EC-C740-EE8F-47A509967ADA}"/>
              </a:ext>
            </a:extLst>
          </p:cNvPr>
          <p:cNvSpPr/>
          <p:nvPr/>
        </p:nvSpPr>
        <p:spPr>
          <a:xfrm>
            <a:off x="8477517" y="4114801"/>
            <a:ext cx="2566652" cy="120165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Regression Intercept</a:t>
            </a:r>
          </a:p>
          <a:p>
            <a:pPr algn="ctr"/>
            <a:r>
              <a:rPr lang="en-IN" sz="2800" b="1">
                <a:solidFill>
                  <a:schemeClr val="tx1"/>
                </a:solidFill>
              </a:rPr>
              <a:t>9514.73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08434E-5947-12D7-C62B-C915324B63C4}"/>
              </a:ext>
            </a:extLst>
          </p:cNvPr>
          <p:cNvSpPr/>
          <p:nvPr/>
        </p:nvSpPr>
        <p:spPr>
          <a:xfrm>
            <a:off x="8477517" y="1690688"/>
            <a:ext cx="2566653" cy="120165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Sales Vs Service Jobs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Correlation</a:t>
            </a:r>
          </a:p>
          <a:p>
            <a:pPr algn="ctr"/>
            <a:r>
              <a:rPr lang="en-IN" sz="2800" b="1" dirty="0">
                <a:solidFill>
                  <a:schemeClr val="tx1"/>
                </a:solidFill>
              </a:rPr>
              <a:t>-0.464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752F696-22ED-947C-E5C5-ADFDD8BFE009}"/>
              </a:ext>
            </a:extLst>
          </p:cNvPr>
          <p:cNvSpPr/>
          <p:nvPr/>
        </p:nvSpPr>
        <p:spPr>
          <a:xfrm>
            <a:off x="4812673" y="1690687"/>
            <a:ext cx="2566653" cy="12016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Sales Vs Warranty Claims</a:t>
            </a:r>
          </a:p>
          <a:p>
            <a:pPr algn="ctr"/>
            <a:r>
              <a:rPr lang="en-IN" sz="1600" b="1">
                <a:solidFill>
                  <a:schemeClr val="tx1"/>
                </a:solidFill>
              </a:rPr>
              <a:t>Correlation</a:t>
            </a:r>
          </a:p>
          <a:p>
            <a:pPr algn="ctr"/>
            <a:r>
              <a:rPr lang="en-IN" sz="2800" b="1">
                <a:solidFill>
                  <a:schemeClr val="tx1"/>
                </a:solidFill>
              </a:rPr>
              <a:t>0.012</a:t>
            </a:r>
          </a:p>
        </p:txBody>
      </p:sp>
    </p:spTree>
    <p:extLst>
      <p:ext uri="{BB962C8B-B14F-4D97-AF65-F5344CB8AC3E}">
        <p14:creationId xmlns:p14="http://schemas.microsoft.com/office/powerpoint/2010/main" val="100202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90D934-6A92-34D1-43B6-18F6EE4BD9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4871" y="742696"/>
            <a:ext cx="9355638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13</a:t>
            </a: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. Hypothesis Testing — Sales Before vs After CCPA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14B9A-2C29-09C0-B266-B7E002DE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40" y="1690689"/>
            <a:ext cx="5626781" cy="395948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23BB7B-DF3D-9A1C-A35E-29C93FB7D479}"/>
              </a:ext>
            </a:extLst>
          </p:cNvPr>
          <p:cNvSpPr/>
          <p:nvPr/>
        </p:nvSpPr>
        <p:spPr>
          <a:xfrm>
            <a:off x="8558187" y="1629802"/>
            <a:ext cx="2459865" cy="11813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tx1"/>
                </a:solidFill>
              </a:rPr>
              <a:t>3.84 × 10⁻³⁸</a:t>
            </a:r>
          </a:p>
          <a:p>
            <a:pPr algn="ctr"/>
            <a:r>
              <a:rPr lang="en-IN"/>
              <a:t>P - Value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DC35527-86AF-CB05-D4E8-55BF1CC4360D}"/>
              </a:ext>
            </a:extLst>
          </p:cNvPr>
          <p:cNvSpPr/>
          <p:nvPr/>
        </p:nvSpPr>
        <p:spPr>
          <a:xfrm>
            <a:off x="8558187" y="3429000"/>
            <a:ext cx="2459865" cy="13255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tx1"/>
                </a:solidFill>
              </a:rPr>
              <a:t>0.05</a:t>
            </a:r>
          </a:p>
          <a:p>
            <a:pPr algn="ctr"/>
            <a:r>
              <a:rPr lang="en-IN" b="1"/>
              <a:t>Significance Level α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F49881-F189-D01C-460C-2CF2314FD42D}"/>
              </a:ext>
            </a:extLst>
          </p:cNvPr>
          <p:cNvSpPr/>
          <p:nvPr/>
        </p:nvSpPr>
        <p:spPr>
          <a:xfrm>
            <a:off x="8558187" y="5372460"/>
            <a:ext cx="2459865" cy="11813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tx1"/>
                </a:solidFill>
              </a:rPr>
              <a:t>Reject H₀</a:t>
            </a:r>
          </a:p>
          <a:p>
            <a:pPr algn="ctr"/>
            <a:r>
              <a:rPr lang="en-IN" b="1"/>
              <a:t>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B62CD-52C2-E841-2AF1-702B07F2137E}"/>
              </a:ext>
            </a:extLst>
          </p:cNvPr>
          <p:cNvSpPr txBox="1"/>
          <p:nvPr/>
        </p:nvSpPr>
        <p:spPr>
          <a:xfrm>
            <a:off x="584741" y="5845875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The pre- and post-CCPA mean daily sales differed significantly (p &lt; 0.05); therefore, H₀ was rejected.</a:t>
            </a:r>
          </a:p>
        </p:txBody>
      </p:sp>
    </p:spTree>
    <p:extLst>
      <p:ext uri="{BB962C8B-B14F-4D97-AF65-F5344CB8AC3E}">
        <p14:creationId xmlns:p14="http://schemas.microsoft.com/office/powerpoint/2010/main" val="426201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03A4-1105-0140-6C75-7D175AE5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14. 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37267-BD70-6AAB-D7E9-ACCB2424D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223" y="1558344"/>
            <a:ext cx="8976573" cy="493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4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82A5-A651-A8CF-5279-B8F639FEE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94727"/>
            <a:ext cx="10515600" cy="1682236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1">
                <a:solidFill>
                  <a:srgbClr val="1F2937"/>
                </a:solidFill>
              </a:defRPr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Fitted relationship: 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Sales ≈ 9514.73 − 0.083 × Complaints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1">
                <a:solidFill>
                  <a:srgbClr val="1F2937"/>
                </a:solidFill>
              </a:defRPr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5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The model explains approximately 21.5% of the variation in sales in the analyzed monthly data.</a:t>
            </a:r>
          </a:p>
          <a:p>
            <a:pPr marL="0" lvl="0" indent="0" defTabSz="457200">
              <a:spcBef>
                <a:spcPts val="0"/>
              </a:spcBef>
              <a:spcAft>
                <a:spcPts val="1000"/>
              </a:spcAft>
              <a:buNone/>
              <a:defRPr sz="1500">
                <a:solidFill>
                  <a:srgbClr val="1F2937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</a:t>
            </a:r>
            <a:r>
              <a:rPr lang="en-IN" sz="1800" b="1" dirty="0">
                <a:solidFill>
                  <a:srgbClr val="1F2937"/>
                </a:solidFill>
              </a:rPr>
              <a:t>The negative slope indicates that higher complaint levels are associated with lower fitted sales.</a:t>
            </a:r>
            <a:endParaRPr lang="en-IN" sz="1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222012-988F-FAF9-768F-814A51392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58698"/>
            <a:ext cx="8407110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15</a:t>
            </a: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. Regression Analysis — Sales vs Complaints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76DF36-85D9-498E-F7F8-4C0E57D1CCB8}"/>
              </a:ext>
            </a:extLst>
          </p:cNvPr>
          <p:cNvSpPr/>
          <p:nvPr/>
        </p:nvSpPr>
        <p:spPr>
          <a:xfrm>
            <a:off x="1054457" y="2653047"/>
            <a:ext cx="2778966" cy="12878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1161D0-3C4C-D6F4-4265-91E9B485A608}"/>
              </a:ext>
            </a:extLst>
          </p:cNvPr>
          <p:cNvSpPr/>
          <p:nvPr/>
        </p:nvSpPr>
        <p:spPr>
          <a:xfrm>
            <a:off x="4452870" y="2653047"/>
            <a:ext cx="2667590" cy="12878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B30D94-5884-4F6B-C746-8FAF91902488}"/>
              </a:ext>
            </a:extLst>
          </p:cNvPr>
          <p:cNvSpPr/>
          <p:nvPr/>
        </p:nvSpPr>
        <p:spPr>
          <a:xfrm>
            <a:off x="7903335" y="2653047"/>
            <a:ext cx="2667590" cy="12878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909D4-E94B-EBC9-DFD2-DDE65577128B}"/>
              </a:ext>
            </a:extLst>
          </p:cNvPr>
          <p:cNvSpPr txBox="1"/>
          <p:nvPr/>
        </p:nvSpPr>
        <p:spPr>
          <a:xfrm>
            <a:off x="1128994" y="2927658"/>
            <a:ext cx="27789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rPr sz="2800"/>
              <a:t>0.215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>
                <a:solidFill>
                  <a:schemeClr val="accent5">
                    <a:lumMod val="75000"/>
                  </a:schemeClr>
                </a:solidFill>
              </a:rPr>
              <a:t>R² (21.5% of variation explained</a:t>
            </a:r>
            <a:r>
              <a:rPr b="1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FF7F6-4A3B-8A12-F2F6-E42B3F1259F9}"/>
              </a:ext>
            </a:extLst>
          </p:cNvPr>
          <p:cNvSpPr txBox="1"/>
          <p:nvPr/>
        </p:nvSpPr>
        <p:spPr>
          <a:xfrm>
            <a:off x="4690835" y="2927658"/>
            <a:ext cx="118333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rPr sz="2800"/>
              <a:t>-0.083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>
                <a:solidFill>
                  <a:schemeClr val="accent5">
                    <a:lumMod val="75000"/>
                  </a:schemeClr>
                </a:solidFill>
              </a:rPr>
              <a:t>Slope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BCB4B-592D-C0E4-11FB-E5FC4AEE52A9}"/>
              </a:ext>
            </a:extLst>
          </p:cNvPr>
          <p:cNvSpPr txBox="1"/>
          <p:nvPr/>
        </p:nvSpPr>
        <p:spPr>
          <a:xfrm>
            <a:off x="8229600" y="2807208"/>
            <a:ext cx="144623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rPr sz="2800"/>
              <a:t>9514.73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>
                <a:solidFill>
                  <a:schemeClr val="accent5">
                    <a:lumMod val="75000"/>
                  </a:schemeClr>
                </a:solidFill>
              </a:rPr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116156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D3E9-0E32-44AA-18AF-F58D47F2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87157"/>
          </a:xfrm>
        </p:spPr>
        <p:txBody>
          <a:bodyPr>
            <a:normAutofit/>
          </a:bodyPr>
          <a:lstStyle/>
          <a:p>
            <a:r>
              <a:rPr lang="en-IN" sz="3600" b="1" dirty="0"/>
              <a:t>16. </a:t>
            </a:r>
            <a:r>
              <a:rPr lang="en-IN" sz="3200" b="1" dirty="0"/>
              <a:t>Forecast Validation — Registrations &amp; Complaints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6DF4-463F-81F8-B18F-203B1453F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01538"/>
            <a:ext cx="5157787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Registration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37AC6-12FC-261A-FBE9-54F8AC0E3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104" y="2213936"/>
            <a:ext cx="5157787" cy="29891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                                                                                          </a:t>
            </a:r>
          </a:p>
          <a:p>
            <a:pPr lvl="0"/>
            <a:r>
              <a:rPr lang="en-IN" dirty="0"/>
              <a:t>Holdout period: </a:t>
            </a:r>
            <a:r>
              <a:rPr lang="en-IN" b="1" dirty="0"/>
              <a:t>Oct–Dec 2024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Forecast horizon: </a:t>
            </a:r>
            <a:r>
              <a:rPr lang="en-IN" b="1" dirty="0"/>
              <a:t>3 months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Confidence interval: </a:t>
            </a:r>
            <a:r>
              <a:rPr lang="en-IN" b="1" dirty="0"/>
              <a:t>95%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Seasonality: </a:t>
            </a:r>
            <a:r>
              <a:rPr lang="en-IN" b="1" dirty="0"/>
              <a:t>12 months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MAPE: 7.48%</a:t>
            </a:r>
            <a:endParaRPr lang="en-IN" dirty="0"/>
          </a:p>
          <a:p>
            <a:pPr lvl="0"/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7C154-4A95-F9A6-B62E-D2D42B4E5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00B050"/>
                </a:solidFill>
              </a:rPr>
              <a:t>Complaint Forecast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FB2BD-F3F5-68CD-1D50-41C64C4CB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24016"/>
            <a:ext cx="5183188" cy="2852536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/>
              <a:t>Holdout period: </a:t>
            </a:r>
            <a:r>
              <a:rPr lang="en-IN" b="1" dirty="0"/>
              <a:t>Oct–Dec 2024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Forecast horizon: </a:t>
            </a:r>
            <a:r>
              <a:rPr lang="en-IN" b="1" dirty="0"/>
              <a:t>3 months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Confidence interval: </a:t>
            </a:r>
            <a:r>
              <a:rPr lang="en-IN" b="1" dirty="0"/>
              <a:t>95%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Seasonality: </a:t>
            </a:r>
            <a:r>
              <a:rPr lang="en-IN" b="1" dirty="0"/>
              <a:t>12 months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MAPE: 16.02%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493C4-C98B-7E24-35E3-6A876B0844E3}"/>
              </a:ext>
            </a:extLst>
          </p:cNvPr>
          <p:cNvSpPr txBox="1"/>
          <p:nvPr/>
        </p:nvSpPr>
        <p:spPr>
          <a:xfrm>
            <a:off x="836612" y="5576552"/>
            <a:ext cx="110634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Validation finding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b="1" dirty="0"/>
              <a:t>The registration forecast produced a </a:t>
            </a:r>
            <a:r>
              <a:rPr lang="en-IN" b="1" dirty="0">
                <a:solidFill>
                  <a:srgbClr val="00B050"/>
                </a:solidFill>
              </a:rPr>
              <a:t>lower MAPE (7.48%) than the complaint forecast (16.02%) for the Oct–Dec 2024 holdout period.</a:t>
            </a:r>
          </a:p>
        </p:txBody>
      </p:sp>
    </p:spTree>
    <p:extLst>
      <p:ext uri="{BB962C8B-B14F-4D97-AF65-F5344CB8AC3E}">
        <p14:creationId xmlns:p14="http://schemas.microsoft.com/office/powerpoint/2010/main" val="154624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583B15-8C7D-A2E4-7C8C-E59ED05E6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58698"/>
            <a:ext cx="5792548" cy="5384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937"/>
                </a:solidFill>
              </a:defRPr>
            </a:pP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7.</a:t>
            </a: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 Business 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B7B72-9D10-D7BC-0526-24506B19D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Strengthen service capacity</a:t>
            </a:r>
            <a:r>
              <a:rPr lang="en-IN" dirty="0"/>
              <a:t> in high-complaint locations.</a:t>
            </a:r>
          </a:p>
          <a:p>
            <a:pPr lvl="0"/>
            <a:r>
              <a:rPr lang="en-IN" b="1" dirty="0"/>
              <a:t>Monitor early-warning KPIs</a:t>
            </a:r>
            <a:r>
              <a:rPr lang="en-IN" dirty="0"/>
              <a:t> — complaints, TAT, service jobs and CSAT.</a:t>
            </a:r>
          </a:p>
          <a:p>
            <a:pPr lvl="0"/>
            <a:r>
              <a:rPr lang="en-IN" b="1" dirty="0"/>
              <a:t>Track monthly trends</a:t>
            </a:r>
            <a:r>
              <a:rPr lang="en-IN" dirty="0"/>
              <a:t> to identify emerging problems early.</a:t>
            </a:r>
          </a:p>
          <a:p>
            <a:pPr lvl="0"/>
            <a:r>
              <a:rPr lang="en-IN" b="1" dirty="0"/>
              <a:t>Identify recurring issues</a:t>
            </a:r>
            <a:r>
              <a:rPr lang="en-IN" dirty="0"/>
              <a:t> and address their root causes.</a:t>
            </a:r>
          </a:p>
          <a:p>
            <a:pPr lvl="0"/>
            <a:r>
              <a:rPr lang="en-IN" b="1" dirty="0"/>
              <a:t>Use the Power BI dashboard</a:t>
            </a:r>
            <a:r>
              <a:rPr lang="en-IN" dirty="0"/>
              <a:t> for continuous management monitoring.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81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72C704-DD66-B742-C82D-876ED0A43D90}"/>
              </a:ext>
            </a:extLst>
          </p:cNvPr>
          <p:cNvSpPr txBox="1"/>
          <p:nvPr/>
        </p:nvSpPr>
        <p:spPr>
          <a:xfrm>
            <a:off x="1068947" y="848296"/>
            <a:ext cx="987809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17. Conclusion: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Analysed </a:t>
            </a:r>
            <a:r>
              <a:rPr lang="en-IN" sz="2400" b="1" dirty="0"/>
              <a:t>sales, complaints, warranty and service data</a:t>
            </a:r>
            <a:r>
              <a:rPr lang="en-IN" sz="2400" dirty="0"/>
              <a:t>.</a:t>
            </a:r>
          </a:p>
          <a:p>
            <a:pPr lvl="0"/>
            <a:endParaRPr lang="en-IN" sz="2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Identified important </a:t>
            </a:r>
            <a:r>
              <a:rPr lang="en-IN" sz="2400" b="1" dirty="0"/>
              <a:t>trends and complaint hotspots</a:t>
            </a:r>
            <a:r>
              <a:rPr lang="en-IN" sz="2400" dirty="0"/>
              <a:t>.</a:t>
            </a:r>
          </a:p>
          <a:p>
            <a:pPr lvl="0"/>
            <a:endParaRPr lang="en-IN" sz="2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Found a statistically significant difference in sales between the analysed </a:t>
            </a:r>
            <a:r>
              <a:rPr lang="en-IN" sz="2400" b="1" dirty="0"/>
              <a:t>pre- and post-CCPA periods</a:t>
            </a:r>
            <a:r>
              <a:rPr lang="en-IN" sz="2400" dirty="0"/>
              <a:t>.</a:t>
            </a:r>
          </a:p>
          <a:p>
            <a:pPr lvl="0"/>
            <a:endParaRPr lang="en-IN" sz="2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The </a:t>
            </a:r>
            <a:r>
              <a:rPr lang="en-IN" sz="2400" b="1" dirty="0"/>
              <a:t>Power BI dashboard</a:t>
            </a:r>
            <a:r>
              <a:rPr lang="en-IN" sz="2400" dirty="0"/>
              <a:t> helps monitor performance and identify service issues.</a:t>
            </a:r>
          </a:p>
          <a:p>
            <a:pPr lvl="0"/>
            <a:endParaRPr lang="en-IN" sz="2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Overall, the project supports </a:t>
            </a:r>
            <a:r>
              <a:rPr lang="en-IN" sz="2400" b="1" dirty="0"/>
              <a:t>data-driven business decisions</a:t>
            </a:r>
            <a:r>
              <a:rPr lang="en-IN" sz="2400" dirty="0"/>
              <a:t>.</a:t>
            </a:r>
          </a:p>
          <a:p>
            <a:pPr lvl="0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3782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95458-0822-D39B-DB0F-24BA266ECA4B}"/>
              </a:ext>
            </a:extLst>
          </p:cNvPr>
          <p:cNvSpPr txBox="1"/>
          <p:nvPr/>
        </p:nvSpPr>
        <p:spPr>
          <a:xfrm>
            <a:off x="7755228" y="6046633"/>
            <a:ext cx="88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🔗</a:t>
            </a:r>
            <a:r>
              <a:rPr lang="en-IN" dirty="0">
                <a:hlinkClick r:id="rId3"/>
              </a:rPr>
              <a:t> Open Customer Support Chatbot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008EE-1493-F905-DAA8-A8C1BD81D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4096"/>
            <a:ext cx="12192000" cy="4790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4F8CD-2CF8-5157-2809-55AFD3D28E63}"/>
              </a:ext>
            </a:extLst>
          </p:cNvPr>
          <p:cNvSpPr txBox="1"/>
          <p:nvPr/>
        </p:nvSpPr>
        <p:spPr>
          <a:xfrm>
            <a:off x="347729" y="212501"/>
            <a:ext cx="7276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19. Customer Support Chatbot — Demo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D0157-36E2-7B96-501A-7AEEA5E75B28}"/>
              </a:ext>
            </a:extLst>
          </p:cNvPr>
          <p:cNvSpPr txBox="1"/>
          <p:nvPr/>
        </p:nvSpPr>
        <p:spPr>
          <a:xfrm>
            <a:off x="347728" y="5773787"/>
            <a:ext cx="7407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Demonstrates customer support features including ticket status, service booking, nearest service centre, warranty and charger-related queries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275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red geometric pattern">
            <a:extLst>
              <a:ext uri="{FF2B5EF4-FFF2-40B4-BE49-F238E27FC236}">
                <a16:creationId xmlns:a16="http://schemas.microsoft.com/office/drawing/2014/main" id="{E12A5747-B8F5-0FDD-039F-1E31317E0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152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1D59AE-A3E4-2522-CEB7-E4D834FB676C}"/>
              </a:ext>
            </a:extLst>
          </p:cNvPr>
          <p:cNvSpPr/>
          <p:nvPr/>
        </p:nvSpPr>
        <p:spPr>
          <a:xfrm>
            <a:off x="1409884" y="2967335"/>
            <a:ext cx="9372246" cy="184665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      Thank You</a:t>
            </a:r>
          </a:p>
          <a:p>
            <a:pPr algn="ctr"/>
            <a:endParaRPr lang="en-US" sz="5400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47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878</Words>
  <Application>Microsoft Office PowerPoint</Application>
  <PresentationFormat>Widescreen</PresentationFormat>
  <Paragraphs>133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Neue Haas Grotesk Text Pro</vt:lpstr>
      <vt:lpstr>Wingdings</vt:lpstr>
      <vt:lpstr>Office Theme</vt:lpstr>
      <vt:lpstr>PowerPoint Presentation</vt:lpstr>
      <vt:lpstr>1. Business Problem</vt:lpstr>
      <vt:lpstr>2. Project Objectives</vt:lpstr>
      <vt:lpstr>3. Project Requirement Documents </vt:lpstr>
      <vt:lpstr>4. Data &amp; Analytical Methodology</vt:lpstr>
      <vt:lpstr>5. Crisis Overview - EDA</vt:lpstr>
      <vt:lpstr>6. Lag Correlation Analysis – 2024</vt:lpstr>
      <vt:lpstr> 7. TAT Analysis</vt:lpstr>
      <vt:lpstr>8. Vehicles per Active Service Centre — 2024 </vt:lpstr>
      <vt:lpstr>9. Monthly KPI Correlation Matrix — 2024</vt:lpstr>
      <vt:lpstr>10. Sentiment vs Sales</vt:lpstr>
      <vt:lpstr>11.  ERD – Ola Electric Service Analytics Database</vt:lpstr>
      <vt:lpstr>12. Statistical Analysis </vt:lpstr>
      <vt:lpstr>13. Hypothesis Testing — Sales Before vs After CCPA</vt:lpstr>
      <vt:lpstr>14. Power BI Dashboard</vt:lpstr>
      <vt:lpstr>15. Regression Analysis — Sales vs Complaints</vt:lpstr>
      <vt:lpstr>16. Forecast Validation — Registrations &amp; Complaints</vt:lpstr>
      <vt:lpstr>17. Business Recommendations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p</dc:creator>
  <cp:lastModifiedBy>Geetha p</cp:lastModifiedBy>
  <cp:revision>1</cp:revision>
  <dcterms:created xsi:type="dcterms:W3CDTF">2026-09-19T05:53:49Z</dcterms:created>
  <dcterms:modified xsi:type="dcterms:W3CDTF">2026-10-04T19:19:41Z</dcterms:modified>
</cp:coreProperties>
</file>